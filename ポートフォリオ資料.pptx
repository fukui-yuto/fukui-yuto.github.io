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563" autoAdjust="0"/>
    <p:restoredTop sz="94660"/>
  </p:normalViewPr>
  <p:slideViewPr>
    <p:cSldViewPr snapToGrid="0">
      <p:cViewPr>
        <p:scale>
          <a:sx n="50" d="100"/>
          <a:sy n="50" d="100"/>
        </p:scale>
        <p:origin x="1638" y="15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51330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7708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88169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3952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243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5883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79734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92546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1692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7145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91859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F2905F-A56B-40B5-936F-879508965375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3072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3.png"/><Relationship Id="rId7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グループ化 55"/>
          <p:cNvGrpSpPr/>
          <p:nvPr/>
        </p:nvGrpSpPr>
        <p:grpSpPr>
          <a:xfrm>
            <a:off x="5290205" y="-433562"/>
            <a:ext cx="7900559" cy="7291562"/>
            <a:chOff x="1879348" y="-206807"/>
            <a:chExt cx="7900559" cy="7291562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16644" y="3161777"/>
              <a:ext cx="952500" cy="952500"/>
            </a:xfrm>
            <a:prstGeom prst="rect">
              <a:avLst/>
            </a:prstGeom>
          </p:spPr>
        </p:pic>
        <p:grpSp>
          <p:nvGrpSpPr>
            <p:cNvPr id="20" name="グループ化 19"/>
            <p:cNvGrpSpPr>
              <a:grpSpLocks noChangeAspect="1"/>
            </p:cNvGrpSpPr>
            <p:nvPr/>
          </p:nvGrpSpPr>
          <p:grpSpPr>
            <a:xfrm>
              <a:off x="5212829" y="-206807"/>
              <a:ext cx="4567078" cy="2371416"/>
              <a:chOff x="4043522" y="-101911"/>
              <a:chExt cx="6286500" cy="3264211"/>
            </a:xfrm>
          </p:grpSpPr>
          <p:sp>
            <p:nvSpPr>
              <p:cNvPr id="19" name="角丸四角形 18"/>
              <p:cNvSpPr/>
              <p:nvPr/>
            </p:nvSpPr>
            <p:spPr>
              <a:xfrm>
                <a:off x="4043522" y="446075"/>
                <a:ext cx="6286500" cy="2716225"/>
              </a:xfrm>
              <a:prstGeom prst="roundRect">
                <a:avLst/>
              </a:prstGeom>
              <a:solidFill>
                <a:schemeClr val="bg1">
                  <a:lumMod val="95000"/>
                  <a:alpha val="37000"/>
                </a:schemeClr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" name="テキスト ボックス 10"/>
              <p:cNvSpPr txBox="1"/>
              <p:nvPr/>
            </p:nvSpPr>
            <p:spPr>
              <a:xfrm>
                <a:off x="6508387" y="-101911"/>
                <a:ext cx="1356769" cy="508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 smtClean="0"/>
                  <a:t>Prod.1</a:t>
                </a:r>
                <a:endParaRPr kumimoji="1" lang="ja-JP" altLang="en-US" dirty="0"/>
              </a:p>
            </p:txBody>
          </p:sp>
          <p:grpSp>
            <p:nvGrpSpPr>
              <p:cNvPr id="18" name="グループ化 17"/>
              <p:cNvGrpSpPr/>
              <p:nvPr/>
            </p:nvGrpSpPr>
            <p:grpSpPr>
              <a:xfrm>
                <a:off x="6471141" y="463701"/>
                <a:ext cx="1293454" cy="1192916"/>
                <a:chOff x="6661641" y="448781"/>
                <a:chExt cx="1293454" cy="1192916"/>
              </a:xfrm>
            </p:grpSpPr>
            <p:pic>
              <p:nvPicPr>
                <p:cNvPr id="13" name="図 12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85286" y="795531"/>
                  <a:ext cx="846166" cy="846166"/>
                </a:xfrm>
                <a:prstGeom prst="rect">
                  <a:avLst/>
                </a:prstGeom>
              </p:spPr>
            </p:pic>
            <p:sp>
              <p:nvSpPr>
                <p:cNvPr id="14" name="テキスト ボックス 13"/>
                <p:cNvSpPr txBox="1"/>
                <p:nvPr/>
              </p:nvSpPr>
              <p:spPr>
                <a:xfrm>
                  <a:off x="6661641" y="448781"/>
                  <a:ext cx="1293454" cy="36010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1050" dirty="0" smtClean="0"/>
                    <a:t>Syslog Server</a:t>
                  </a:r>
                  <a:endParaRPr kumimoji="1" lang="ja-JP" altLang="en-US" sz="1050" dirty="0"/>
                </a:p>
              </p:txBody>
            </p:sp>
          </p:grpSp>
          <p:grpSp>
            <p:nvGrpSpPr>
              <p:cNvPr id="17" name="グループ化 16"/>
              <p:cNvGrpSpPr>
                <a:grpSpLocks noChangeAspect="1"/>
              </p:cNvGrpSpPr>
              <p:nvPr/>
            </p:nvGrpSpPr>
            <p:grpSpPr>
              <a:xfrm>
                <a:off x="4887523" y="1823913"/>
                <a:ext cx="4598498" cy="1130852"/>
                <a:chOff x="4374052" y="1505122"/>
                <a:chExt cx="6055647" cy="1489191"/>
              </a:xfrm>
            </p:grpSpPr>
            <p:pic>
              <p:nvPicPr>
                <p:cNvPr id="6" name="図 5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74052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7" name="図 6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515666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8" name="図 7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57280" y="1505122"/>
                  <a:ext cx="1489191" cy="1489191"/>
                </a:xfrm>
                <a:prstGeom prst="rect">
                  <a:avLst/>
                </a:prstGeom>
              </p:spPr>
            </p:pic>
            <p:sp>
              <p:nvSpPr>
                <p:cNvPr id="15" name="テキスト ボックス 14"/>
                <p:cNvSpPr txBox="1"/>
                <p:nvPr/>
              </p:nvSpPr>
              <p:spPr>
                <a:xfrm>
                  <a:off x="8117921" y="1945739"/>
                  <a:ext cx="851137" cy="60795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ja-JP" altLang="en-US" sz="2400" dirty="0" smtClean="0"/>
                    <a:t>・・・</a:t>
                  </a:r>
                  <a:endParaRPr kumimoji="1" lang="ja-JP" altLang="en-US" sz="2400" dirty="0"/>
                </a:p>
              </p:txBody>
            </p:sp>
            <p:pic>
              <p:nvPicPr>
                <p:cNvPr id="16" name="図 15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940508" y="1505122"/>
                  <a:ext cx="1489191" cy="148919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1" name="グループ化 20"/>
            <p:cNvGrpSpPr>
              <a:grpSpLocks noChangeAspect="1"/>
            </p:cNvGrpSpPr>
            <p:nvPr/>
          </p:nvGrpSpPr>
          <p:grpSpPr>
            <a:xfrm>
              <a:off x="5162770" y="2294845"/>
              <a:ext cx="4567078" cy="2329837"/>
              <a:chOff x="4043522" y="-44678"/>
              <a:chExt cx="6286500" cy="3206978"/>
            </a:xfrm>
          </p:grpSpPr>
          <p:sp>
            <p:nvSpPr>
              <p:cNvPr id="22" name="角丸四角形 21"/>
              <p:cNvSpPr/>
              <p:nvPr/>
            </p:nvSpPr>
            <p:spPr>
              <a:xfrm>
                <a:off x="4043522" y="446075"/>
                <a:ext cx="6286500" cy="2716225"/>
              </a:xfrm>
              <a:prstGeom prst="roundRect">
                <a:avLst/>
              </a:prstGeom>
              <a:solidFill>
                <a:schemeClr val="bg1">
                  <a:lumMod val="95000"/>
                  <a:alpha val="37000"/>
                </a:schemeClr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3" name="テキスト ボックス 22"/>
              <p:cNvSpPr txBox="1"/>
              <p:nvPr/>
            </p:nvSpPr>
            <p:spPr>
              <a:xfrm>
                <a:off x="6540046" y="-44678"/>
                <a:ext cx="1356769" cy="508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 smtClean="0"/>
                  <a:t>Prod.2</a:t>
                </a:r>
                <a:endParaRPr kumimoji="1" lang="ja-JP" altLang="en-US" dirty="0"/>
              </a:p>
            </p:txBody>
          </p:sp>
          <p:grpSp>
            <p:nvGrpSpPr>
              <p:cNvPr id="24" name="グループ化 23"/>
              <p:cNvGrpSpPr/>
              <p:nvPr/>
            </p:nvGrpSpPr>
            <p:grpSpPr>
              <a:xfrm>
                <a:off x="6471141" y="463701"/>
                <a:ext cx="1293454" cy="1192916"/>
                <a:chOff x="6661641" y="448781"/>
                <a:chExt cx="1293454" cy="1192916"/>
              </a:xfrm>
            </p:grpSpPr>
            <p:pic>
              <p:nvPicPr>
                <p:cNvPr id="31" name="図 30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85286" y="795531"/>
                  <a:ext cx="846166" cy="846166"/>
                </a:xfrm>
                <a:prstGeom prst="rect">
                  <a:avLst/>
                </a:prstGeom>
              </p:spPr>
            </p:pic>
            <p:sp>
              <p:nvSpPr>
                <p:cNvPr id="32" name="テキスト ボックス 31"/>
                <p:cNvSpPr txBox="1"/>
                <p:nvPr/>
              </p:nvSpPr>
              <p:spPr>
                <a:xfrm>
                  <a:off x="6661641" y="448781"/>
                  <a:ext cx="1293454" cy="36010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1050" dirty="0" smtClean="0"/>
                    <a:t>Syslog Server</a:t>
                  </a:r>
                  <a:endParaRPr kumimoji="1" lang="ja-JP" altLang="en-US" sz="1050" dirty="0"/>
                </a:p>
              </p:txBody>
            </p:sp>
          </p:grpSp>
          <p:grpSp>
            <p:nvGrpSpPr>
              <p:cNvPr id="25" name="グループ化 24"/>
              <p:cNvGrpSpPr>
                <a:grpSpLocks noChangeAspect="1"/>
              </p:cNvGrpSpPr>
              <p:nvPr/>
            </p:nvGrpSpPr>
            <p:grpSpPr>
              <a:xfrm>
                <a:off x="4887523" y="1823913"/>
                <a:ext cx="4598498" cy="1130852"/>
                <a:chOff x="4374052" y="1505122"/>
                <a:chExt cx="6055647" cy="1489191"/>
              </a:xfrm>
            </p:grpSpPr>
            <p:pic>
              <p:nvPicPr>
                <p:cNvPr id="26" name="図 25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74052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27" name="図 26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515666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28" name="図 27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57280" y="1505122"/>
                  <a:ext cx="1489191" cy="1489191"/>
                </a:xfrm>
                <a:prstGeom prst="rect">
                  <a:avLst/>
                </a:prstGeom>
              </p:spPr>
            </p:pic>
            <p:sp>
              <p:nvSpPr>
                <p:cNvPr id="29" name="テキスト ボックス 28"/>
                <p:cNvSpPr txBox="1"/>
                <p:nvPr/>
              </p:nvSpPr>
              <p:spPr>
                <a:xfrm>
                  <a:off x="8117921" y="1945739"/>
                  <a:ext cx="851137" cy="60795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ja-JP" altLang="en-US" sz="2400" dirty="0" smtClean="0"/>
                    <a:t>・・・</a:t>
                  </a:r>
                  <a:endParaRPr kumimoji="1" lang="ja-JP" altLang="en-US" sz="2400" dirty="0"/>
                </a:p>
              </p:txBody>
            </p:sp>
            <p:pic>
              <p:nvPicPr>
                <p:cNvPr id="30" name="図 29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940508" y="1505122"/>
                  <a:ext cx="1489191" cy="148919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33" name="グループ化 32"/>
            <p:cNvGrpSpPr>
              <a:grpSpLocks noChangeAspect="1"/>
            </p:cNvGrpSpPr>
            <p:nvPr/>
          </p:nvGrpSpPr>
          <p:grpSpPr>
            <a:xfrm>
              <a:off x="5112711" y="4742113"/>
              <a:ext cx="4567078" cy="2342642"/>
              <a:chOff x="4043522" y="-62304"/>
              <a:chExt cx="6286500" cy="3224604"/>
            </a:xfrm>
          </p:grpSpPr>
          <p:sp>
            <p:nvSpPr>
              <p:cNvPr id="34" name="角丸四角形 33"/>
              <p:cNvSpPr/>
              <p:nvPr/>
            </p:nvSpPr>
            <p:spPr>
              <a:xfrm>
                <a:off x="4043522" y="446075"/>
                <a:ext cx="6286500" cy="2716225"/>
              </a:xfrm>
              <a:prstGeom prst="roundRect">
                <a:avLst/>
              </a:prstGeom>
              <a:solidFill>
                <a:schemeClr val="bg1">
                  <a:lumMod val="95000"/>
                  <a:alpha val="37000"/>
                </a:schemeClr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5" name="テキスト ボックス 34"/>
              <p:cNvSpPr txBox="1"/>
              <p:nvPr/>
            </p:nvSpPr>
            <p:spPr>
              <a:xfrm>
                <a:off x="6577292" y="-62304"/>
                <a:ext cx="1356769" cy="508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 smtClean="0"/>
                  <a:t>Prod.3</a:t>
                </a:r>
                <a:endParaRPr kumimoji="1" lang="ja-JP" altLang="en-US" dirty="0"/>
              </a:p>
            </p:txBody>
          </p:sp>
          <p:grpSp>
            <p:nvGrpSpPr>
              <p:cNvPr id="36" name="グループ化 35"/>
              <p:cNvGrpSpPr/>
              <p:nvPr/>
            </p:nvGrpSpPr>
            <p:grpSpPr>
              <a:xfrm>
                <a:off x="6471141" y="463701"/>
                <a:ext cx="1293454" cy="1192916"/>
                <a:chOff x="6661641" y="448781"/>
                <a:chExt cx="1293454" cy="1192916"/>
              </a:xfrm>
            </p:grpSpPr>
            <p:pic>
              <p:nvPicPr>
                <p:cNvPr id="43" name="図 42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85286" y="795531"/>
                  <a:ext cx="846166" cy="846166"/>
                </a:xfrm>
                <a:prstGeom prst="rect">
                  <a:avLst/>
                </a:prstGeom>
              </p:spPr>
            </p:pic>
            <p:sp>
              <p:nvSpPr>
                <p:cNvPr id="44" name="テキスト ボックス 43"/>
                <p:cNvSpPr txBox="1"/>
                <p:nvPr/>
              </p:nvSpPr>
              <p:spPr>
                <a:xfrm>
                  <a:off x="6661641" y="448781"/>
                  <a:ext cx="1293454" cy="36010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1050" dirty="0" smtClean="0"/>
                    <a:t>Syslog Server</a:t>
                  </a:r>
                  <a:endParaRPr kumimoji="1" lang="ja-JP" altLang="en-US" sz="1050" dirty="0"/>
                </a:p>
              </p:txBody>
            </p:sp>
          </p:grpSp>
          <p:grpSp>
            <p:nvGrpSpPr>
              <p:cNvPr id="37" name="グループ化 36"/>
              <p:cNvGrpSpPr>
                <a:grpSpLocks noChangeAspect="1"/>
              </p:cNvGrpSpPr>
              <p:nvPr/>
            </p:nvGrpSpPr>
            <p:grpSpPr>
              <a:xfrm>
                <a:off x="4887523" y="1823913"/>
                <a:ext cx="4598498" cy="1130852"/>
                <a:chOff x="4374052" y="1505122"/>
                <a:chExt cx="6055647" cy="1489191"/>
              </a:xfrm>
            </p:grpSpPr>
            <p:pic>
              <p:nvPicPr>
                <p:cNvPr id="38" name="図 37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74052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39" name="図 38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515666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40" name="図 39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57280" y="1505122"/>
                  <a:ext cx="1489191" cy="1489191"/>
                </a:xfrm>
                <a:prstGeom prst="rect">
                  <a:avLst/>
                </a:prstGeom>
              </p:spPr>
            </p:pic>
            <p:sp>
              <p:nvSpPr>
                <p:cNvPr id="41" name="テキスト ボックス 40"/>
                <p:cNvSpPr txBox="1"/>
                <p:nvPr/>
              </p:nvSpPr>
              <p:spPr>
                <a:xfrm>
                  <a:off x="8117921" y="1945739"/>
                  <a:ext cx="851137" cy="60795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ja-JP" altLang="en-US" sz="2400" dirty="0" smtClean="0"/>
                    <a:t>・・・</a:t>
                  </a:r>
                  <a:endParaRPr kumimoji="1" lang="ja-JP" altLang="en-US" sz="2400" dirty="0"/>
                </a:p>
              </p:txBody>
            </p:sp>
            <p:pic>
              <p:nvPicPr>
                <p:cNvPr id="42" name="図 41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940508" y="1505122"/>
                  <a:ext cx="1489191" cy="1489191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46" name="直線矢印コネクタ 45"/>
            <p:cNvCxnSpPr>
              <a:stCxn id="4" idx="3"/>
            </p:cNvCxnSpPr>
            <p:nvPr/>
          </p:nvCxnSpPr>
          <p:spPr>
            <a:xfrm flipV="1">
              <a:off x="3369144" y="713556"/>
              <a:ext cx="3625163" cy="2924471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矢印コネクタ 46"/>
            <p:cNvCxnSpPr>
              <a:stCxn id="4" idx="3"/>
            </p:cNvCxnSpPr>
            <p:nvPr/>
          </p:nvCxnSpPr>
          <p:spPr>
            <a:xfrm flipV="1">
              <a:off x="3369144" y="3161777"/>
              <a:ext cx="3607325" cy="47625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矢印コネクタ 51"/>
            <p:cNvCxnSpPr>
              <a:stCxn id="4" idx="3"/>
            </p:cNvCxnSpPr>
            <p:nvPr/>
          </p:nvCxnSpPr>
          <p:spPr>
            <a:xfrm>
              <a:off x="3369144" y="3638027"/>
              <a:ext cx="3557266" cy="1999743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テキスト ボックス 54"/>
            <p:cNvSpPr txBox="1"/>
            <p:nvPr/>
          </p:nvSpPr>
          <p:spPr>
            <a:xfrm>
              <a:off x="1879348" y="4296548"/>
              <a:ext cx="2477794" cy="18158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800" dirty="0" smtClean="0"/>
                <a:t>3 Steps finished</a:t>
              </a:r>
            </a:p>
            <a:p>
              <a:pPr marL="342900" indent="-342900">
                <a:buAutoNum type="arabicPeriod"/>
              </a:pPr>
              <a:r>
                <a:rPr kumimoji="1" lang="en-US" altLang="ja-JP" sz="2800" dirty="0" smtClean="0"/>
                <a:t>Deploy</a:t>
              </a:r>
            </a:p>
            <a:p>
              <a:pPr marL="342900" indent="-342900">
                <a:buAutoNum type="arabicPeriod"/>
              </a:pPr>
              <a:r>
                <a:rPr lang="en-US" altLang="ja-JP" sz="2800" dirty="0" smtClean="0"/>
                <a:t>Configure</a:t>
              </a:r>
            </a:p>
            <a:p>
              <a:pPr marL="342900" indent="-342900">
                <a:buAutoNum type="arabicPeriod"/>
              </a:pPr>
              <a:r>
                <a:rPr lang="en-US" altLang="ja-JP" sz="2800" dirty="0" smtClean="0"/>
                <a:t>Check</a:t>
              </a:r>
              <a:endParaRPr kumimoji="1" lang="ja-JP" altLang="en-US" sz="2800" dirty="0"/>
            </a:p>
          </p:txBody>
        </p:sp>
      </p:grpSp>
      <p:sp>
        <p:nvSpPr>
          <p:cNvPr id="101" name="テキスト ボックス 100"/>
          <p:cNvSpPr txBox="1"/>
          <p:nvPr/>
        </p:nvSpPr>
        <p:spPr>
          <a:xfrm>
            <a:off x="-78538" y="-1355746"/>
            <a:ext cx="14200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600" dirty="0" smtClean="0"/>
              <a:t>Before</a:t>
            </a:r>
            <a:endParaRPr kumimoji="1" lang="ja-JP" altLang="en-US" sz="3600" dirty="0"/>
          </a:p>
        </p:txBody>
      </p:sp>
      <p:grpSp>
        <p:nvGrpSpPr>
          <p:cNvPr id="112" name="グループ化 111"/>
          <p:cNvGrpSpPr/>
          <p:nvPr/>
        </p:nvGrpSpPr>
        <p:grpSpPr>
          <a:xfrm>
            <a:off x="-3156765" y="-433562"/>
            <a:ext cx="7745423" cy="7291562"/>
            <a:chOff x="-3156765" y="-433562"/>
            <a:chExt cx="7745423" cy="7291562"/>
          </a:xfrm>
        </p:grpSpPr>
        <p:grpSp>
          <p:nvGrpSpPr>
            <p:cNvPr id="59" name="グループ化 58"/>
            <p:cNvGrpSpPr>
              <a:grpSpLocks noChangeAspect="1"/>
            </p:cNvGrpSpPr>
            <p:nvPr/>
          </p:nvGrpSpPr>
          <p:grpSpPr>
            <a:xfrm>
              <a:off x="21580" y="-433562"/>
              <a:ext cx="4567078" cy="2371416"/>
              <a:chOff x="4043522" y="-101911"/>
              <a:chExt cx="6286500" cy="3264211"/>
            </a:xfrm>
          </p:grpSpPr>
          <p:sp>
            <p:nvSpPr>
              <p:cNvPr id="88" name="角丸四角形 87"/>
              <p:cNvSpPr/>
              <p:nvPr/>
            </p:nvSpPr>
            <p:spPr>
              <a:xfrm>
                <a:off x="4043522" y="446075"/>
                <a:ext cx="6286500" cy="2716225"/>
              </a:xfrm>
              <a:prstGeom prst="roundRect">
                <a:avLst/>
              </a:prstGeom>
              <a:solidFill>
                <a:schemeClr val="bg1">
                  <a:lumMod val="95000"/>
                  <a:alpha val="37000"/>
                </a:schemeClr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9" name="テキスト ボックス 88"/>
              <p:cNvSpPr txBox="1"/>
              <p:nvPr/>
            </p:nvSpPr>
            <p:spPr>
              <a:xfrm>
                <a:off x="6508387" y="-101911"/>
                <a:ext cx="1356769" cy="508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 smtClean="0"/>
                  <a:t>Prod.1</a:t>
                </a:r>
                <a:endParaRPr kumimoji="1" lang="ja-JP" altLang="en-US" dirty="0"/>
              </a:p>
            </p:txBody>
          </p:sp>
          <p:grpSp>
            <p:nvGrpSpPr>
              <p:cNvPr id="90" name="グループ化 89"/>
              <p:cNvGrpSpPr/>
              <p:nvPr/>
            </p:nvGrpSpPr>
            <p:grpSpPr>
              <a:xfrm>
                <a:off x="6471141" y="463701"/>
                <a:ext cx="1293454" cy="1192916"/>
                <a:chOff x="6661641" y="448781"/>
                <a:chExt cx="1293454" cy="1192916"/>
              </a:xfrm>
            </p:grpSpPr>
            <p:pic>
              <p:nvPicPr>
                <p:cNvPr id="97" name="図 96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85286" y="795531"/>
                  <a:ext cx="846166" cy="846166"/>
                </a:xfrm>
                <a:prstGeom prst="rect">
                  <a:avLst/>
                </a:prstGeom>
              </p:spPr>
            </p:pic>
            <p:sp>
              <p:nvSpPr>
                <p:cNvPr id="98" name="テキスト ボックス 97"/>
                <p:cNvSpPr txBox="1"/>
                <p:nvPr/>
              </p:nvSpPr>
              <p:spPr>
                <a:xfrm>
                  <a:off x="6661641" y="448781"/>
                  <a:ext cx="1293454" cy="36010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1050" dirty="0" smtClean="0"/>
                    <a:t>Syslog Server</a:t>
                  </a:r>
                  <a:endParaRPr kumimoji="1" lang="ja-JP" altLang="en-US" sz="1050" dirty="0"/>
                </a:p>
              </p:txBody>
            </p:sp>
          </p:grpSp>
          <p:grpSp>
            <p:nvGrpSpPr>
              <p:cNvPr id="91" name="グループ化 90"/>
              <p:cNvGrpSpPr>
                <a:grpSpLocks noChangeAspect="1"/>
              </p:cNvGrpSpPr>
              <p:nvPr/>
            </p:nvGrpSpPr>
            <p:grpSpPr>
              <a:xfrm>
                <a:off x="4887523" y="1823913"/>
                <a:ext cx="4598498" cy="1130852"/>
                <a:chOff x="4374052" y="1505122"/>
                <a:chExt cx="6055647" cy="1489191"/>
              </a:xfrm>
            </p:grpSpPr>
            <p:pic>
              <p:nvPicPr>
                <p:cNvPr id="92" name="図 91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74052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93" name="図 92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515666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94" name="図 93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57280" y="1505122"/>
                  <a:ext cx="1489191" cy="1489191"/>
                </a:xfrm>
                <a:prstGeom prst="rect">
                  <a:avLst/>
                </a:prstGeom>
              </p:spPr>
            </p:pic>
            <p:sp>
              <p:nvSpPr>
                <p:cNvPr id="95" name="テキスト ボックス 94"/>
                <p:cNvSpPr txBox="1"/>
                <p:nvPr/>
              </p:nvSpPr>
              <p:spPr>
                <a:xfrm>
                  <a:off x="8117921" y="1945739"/>
                  <a:ext cx="851137" cy="60795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ja-JP" altLang="en-US" sz="2400" dirty="0" smtClean="0"/>
                    <a:t>・・・</a:t>
                  </a:r>
                  <a:endParaRPr kumimoji="1" lang="ja-JP" altLang="en-US" sz="2400" dirty="0"/>
                </a:p>
              </p:txBody>
            </p:sp>
            <p:pic>
              <p:nvPicPr>
                <p:cNvPr id="96" name="図 95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940508" y="1505122"/>
                  <a:ext cx="1489191" cy="148919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60" name="グループ化 59"/>
            <p:cNvGrpSpPr>
              <a:grpSpLocks noChangeAspect="1"/>
            </p:cNvGrpSpPr>
            <p:nvPr/>
          </p:nvGrpSpPr>
          <p:grpSpPr>
            <a:xfrm>
              <a:off x="-28479" y="2068090"/>
              <a:ext cx="4567078" cy="2329837"/>
              <a:chOff x="4043522" y="-44678"/>
              <a:chExt cx="6286500" cy="3206978"/>
            </a:xfrm>
          </p:grpSpPr>
          <p:sp>
            <p:nvSpPr>
              <p:cNvPr id="77" name="角丸四角形 76"/>
              <p:cNvSpPr/>
              <p:nvPr/>
            </p:nvSpPr>
            <p:spPr>
              <a:xfrm>
                <a:off x="4043522" y="446075"/>
                <a:ext cx="6286500" cy="2716225"/>
              </a:xfrm>
              <a:prstGeom prst="roundRect">
                <a:avLst/>
              </a:prstGeom>
              <a:solidFill>
                <a:schemeClr val="bg1">
                  <a:lumMod val="95000"/>
                  <a:alpha val="37000"/>
                </a:schemeClr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78" name="テキスト ボックス 77"/>
              <p:cNvSpPr txBox="1"/>
              <p:nvPr/>
            </p:nvSpPr>
            <p:spPr>
              <a:xfrm>
                <a:off x="6540046" y="-44678"/>
                <a:ext cx="1356769" cy="508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 smtClean="0"/>
                  <a:t>Prod.2</a:t>
                </a:r>
                <a:endParaRPr kumimoji="1" lang="ja-JP" altLang="en-US" dirty="0"/>
              </a:p>
            </p:txBody>
          </p:sp>
          <p:grpSp>
            <p:nvGrpSpPr>
              <p:cNvPr id="79" name="グループ化 78"/>
              <p:cNvGrpSpPr/>
              <p:nvPr/>
            </p:nvGrpSpPr>
            <p:grpSpPr>
              <a:xfrm>
                <a:off x="6471141" y="463701"/>
                <a:ext cx="1293454" cy="1192916"/>
                <a:chOff x="6661641" y="448781"/>
                <a:chExt cx="1293454" cy="1192916"/>
              </a:xfrm>
            </p:grpSpPr>
            <p:pic>
              <p:nvPicPr>
                <p:cNvPr id="86" name="図 85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85286" y="795531"/>
                  <a:ext cx="846166" cy="846166"/>
                </a:xfrm>
                <a:prstGeom prst="rect">
                  <a:avLst/>
                </a:prstGeom>
              </p:spPr>
            </p:pic>
            <p:sp>
              <p:nvSpPr>
                <p:cNvPr id="87" name="テキスト ボックス 86"/>
                <p:cNvSpPr txBox="1"/>
                <p:nvPr/>
              </p:nvSpPr>
              <p:spPr>
                <a:xfrm>
                  <a:off x="6661641" y="448781"/>
                  <a:ext cx="1293454" cy="36010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1050" dirty="0" smtClean="0"/>
                    <a:t>Syslog Server</a:t>
                  </a:r>
                  <a:endParaRPr kumimoji="1" lang="ja-JP" altLang="en-US" sz="1050" dirty="0"/>
                </a:p>
              </p:txBody>
            </p:sp>
          </p:grpSp>
          <p:grpSp>
            <p:nvGrpSpPr>
              <p:cNvPr id="80" name="グループ化 79"/>
              <p:cNvGrpSpPr>
                <a:grpSpLocks noChangeAspect="1"/>
              </p:cNvGrpSpPr>
              <p:nvPr/>
            </p:nvGrpSpPr>
            <p:grpSpPr>
              <a:xfrm>
                <a:off x="4887523" y="1823913"/>
                <a:ext cx="4598498" cy="1130852"/>
                <a:chOff x="4374052" y="1505122"/>
                <a:chExt cx="6055647" cy="1489191"/>
              </a:xfrm>
            </p:grpSpPr>
            <p:pic>
              <p:nvPicPr>
                <p:cNvPr id="81" name="図 80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74052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82" name="図 81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515666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83" name="図 82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57280" y="1505122"/>
                  <a:ext cx="1489191" cy="1489191"/>
                </a:xfrm>
                <a:prstGeom prst="rect">
                  <a:avLst/>
                </a:prstGeom>
              </p:spPr>
            </p:pic>
            <p:sp>
              <p:nvSpPr>
                <p:cNvPr id="84" name="テキスト ボックス 83"/>
                <p:cNvSpPr txBox="1"/>
                <p:nvPr/>
              </p:nvSpPr>
              <p:spPr>
                <a:xfrm>
                  <a:off x="8117921" y="1945739"/>
                  <a:ext cx="851137" cy="60795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ja-JP" altLang="en-US" sz="2400" dirty="0" smtClean="0"/>
                    <a:t>・・・</a:t>
                  </a:r>
                  <a:endParaRPr kumimoji="1" lang="ja-JP" altLang="en-US" sz="2400" dirty="0"/>
                </a:p>
              </p:txBody>
            </p:sp>
            <p:pic>
              <p:nvPicPr>
                <p:cNvPr id="85" name="図 84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940508" y="1505122"/>
                  <a:ext cx="1489191" cy="148919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61" name="グループ化 60"/>
            <p:cNvGrpSpPr>
              <a:grpSpLocks noChangeAspect="1"/>
            </p:cNvGrpSpPr>
            <p:nvPr/>
          </p:nvGrpSpPr>
          <p:grpSpPr>
            <a:xfrm>
              <a:off x="-78538" y="4515358"/>
              <a:ext cx="4567078" cy="2342642"/>
              <a:chOff x="4043522" y="-62304"/>
              <a:chExt cx="6286500" cy="3224604"/>
            </a:xfrm>
          </p:grpSpPr>
          <p:sp>
            <p:nvSpPr>
              <p:cNvPr id="66" name="角丸四角形 65"/>
              <p:cNvSpPr/>
              <p:nvPr/>
            </p:nvSpPr>
            <p:spPr>
              <a:xfrm>
                <a:off x="4043522" y="446075"/>
                <a:ext cx="6286500" cy="2716225"/>
              </a:xfrm>
              <a:prstGeom prst="roundRect">
                <a:avLst/>
              </a:prstGeom>
              <a:solidFill>
                <a:schemeClr val="bg1">
                  <a:lumMod val="95000"/>
                  <a:alpha val="37000"/>
                </a:schemeClr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7" name="テキスト ボックス 66"/>
              <p:cNvSpPr txBox="1"/>
              <p:nvPr/>
            </p:nvSpPr>
            <p:spPr>
              <a:xfrm>
                <a:off x="6577292" y="-62304"/>
                <a:ext cx="1356769" cy="508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 smtClean="0"/>
                  <a:t>Prod.3</a:t>
                </a:r>
                <a:endParaRPr kumimoji="1" lang="ja-JP" altLang="en-US" dirty="0"/>
              </a:p>
            </p:txBody>
          </p:sp>
          <p:grpSp>
            <p:nvGrpSpPr>
              <p:cNvPr id="68" name="グループ化 67"/>
              <p:cNvGrpSpPr/>
              <p:nvPr/>
            </p:nvGrpSpPr>
            <p:grpSpPr>
              <a:xfrm>
                <a:off x="6471141" y="463701"/>
                <a:ext cx="1293454" cy="1192916"/>
                <a:chOff x="6661641" y="448781"/>
                <a:chExt cx="1293454" cy="1192916"/>
              </a:xfrm>
            </p:grpSpPr>
            <p:pic>
              <p:nvPicPr>
                <p:cNvPr id="75" name="図 74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85286" y="795531"/>
                  <a:ext cx="846166" cy="846166"/>
                </a:xfrm>
                <a:prstGeom prst="rect">
                  <a:avLst/>
                </a:prstGeom>
              </p:spPr>
            </p:pic>
            <p:sp>
              <p:nvSpPr>
                <p:cNvPr id="76" name="テキスト ボックス 75"/>
                <p:cNvSpPr txBox="1"/>
                <p:nvPr/>
              </p:nvSpPr>
              <p:spPr>
                <a:xfrm>
                  <a:off x="6661641" y="448781"/>
                  <a:ext cx="1293454" cy="36010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1050" dirty="0" smtClean="0"/>
                    <a:t>Syslog Server</a:t>
                  </a:r>
                  <a:endParaRPr kumimoji="1" lang="ja-JP" altLang="en-US" sz="1050" dirty="0"/>
                </a:p>
              </p:txBody>
            </p:sp>
          </p:grpSp>
          <p:grpSp>
            <p:nvGrpSpPr>
              <p:cNvPr id="69" name="グループ化 68"/>
              <p:cNvGrpSpPr>
                <a:grpSpLocks noChangeAspect="1"/>
              </p:cNvGrpSpPr>
              <p:nvPr/>
            </p:nvGrpSpPr>
            <p:grpSpPr>
              <a:xfrm>
                <a:off x="4887523" y="1823913"/>
                <a:ext cx="4598498" cy="1130852"/>
                <a:chOff x="4374052" y="1505122"/>
                <a:chExt cx="6055647" cy="1489191"/>
              </a:xfrm>
            </p:grpSpPr>
            <p:pic>
              <p:nvPicPr>
                <p:cNvPr id="70" name="図 69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74052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71" name="図 70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515666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72" name="図 71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57280" y="1505122"/>
                  <a:ext cx="1489191" cy="1489191"/>
                </a:xfrm>
                <a:prstGeom prst="rect">
                  <a:avLst/>
                </a:prstGeom>
              </p:spPr>
            </p:pic>
            <p:sp>
              <p:nvSpPr>
                <p:cNvPr id="73" name="テキスト ボックス 72"/>
                <p:cNvSpPr txBox="1"/>
                <p:nvPr/>
              </p:nvSpPr>
              <p:spPr>
                <a:xfrm>
                  <a:off x="8117921" y="1945739"/>
                  <a:ext cx="851137" cy="60795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ja-JP" altLang="en-US" sz="2400" dirty="0" smtClean="0"/>
                    <a:t>・・・</a:t>
                  </a:r>
                  <a:endParaRPr kumimoji="1" lang="ja-JP" altLang="en-US" sz="2400" dirty="0"/>
                </a:p>
              </p:txBody>
            </p:sp>
            <p:pic>
              <p:nvPicPr>
                <p:cNvPr id="74" name="図 73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940508" y="1505122"/>
                  <a:ext cx="1489191" cy="148919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03" name="グループ化 102"/>
            <p:cNvGrpSpPr/>
            <p:nvPr/>
          </p:nvGrpSpPr>
          <p:grpSpPr>
            <a:xfrm>
              <a:off x="-3156765" y="29147"/>
              <a:ext cx="4768499" cy="952500"/>
              <a:chOff x="-3156765" y="29147"/>
              <a:chExt cx="4768499" cy="952500"/>
            </a:xfrm>
          </p:grpSpPr>
          <p:cxnSp>
            <p:nvCxnSpPr>
              <p:cNvPr id="62" name="直線矢印コネクタ 61"/>
              <p:cNvCxnSpPr>
                <a:stCxn id="99" idx="3"/>
              </p:cNvCxnSpPr>
              <p:nvPr/>
            </p:nvCxnSpPr>
            <p:spPr>
              <a:xfrm>
                <a:off x="-2204266" y="505397"/>
                <a:ext cx="3816000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テキスト ボックス 64"/>
              <p:cNvSpPr txBox="1"/>
              <p:nvPr/>
            </p:nvSpPr>
            <p:spPr>
              <a:xfrm>
                <a:off x="-2247209" y="88135"/>
                <a:ext cx="15547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 smtClean="0"/>
                  <a:t>Manual </a:t>
                </a:r>
                <a:r>
                  <a:rPr lang="en-US" altLang="ja-JP" dirty="0" err="1" smtClean="0"/>
                  <a:t>Maint</a:t>
                </a:r>
                <a:r>
                  <a:rPr lang="en-US" altLang="ja-JP" dirty="0" smtClean="0"/>
                  <a:t>.</a:t>
                </a:r>
                <a:endParaRPr kumimoji="1" lang="ja-JP" altLang="en-US" dirty="0"/>
              </a:p>
            </p:txBody>
          </p:sp>
          <p:pic>
            <p:nvPicPr>
              <p:cNvPr id="99" name="図 98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3156765" y="29147"/>
                <a:ext cx="952500" cy="952500"/>
              </a:xfrm>
              <a:prstGeom prst="rect">
                <a:avLst/>
              </a:prstGeom>
            </p:spPr>
          </p:pic>
        </p:grpSp>
        <p:grpSp>
          <p:nvGrpSpPr>
            <p:cNvPr id="104" name="グループ化 103"/>
            <p:cNvGrpSpPr/>
            <p:nvPr/>
          </p:nvGrpSpPr>
          <p:grpSpPr>
            <a:xfrm>
              <a:off x="-3156765" y="2458772"/>
              <a:ext cx="4768499" cy="952500"/>
              <a:chOff x="-3156765" y="29147"/>
              <a:chExt cx="4768499" cy="952500"/>
            </a:xfrm>
          </p:grpSpPr>
          <p:cxnSp>
            <p:nvCxnSpPr>
              <p:cNvPr id="105" name="直線矢印コネクタ 104"/>
              <p:cNvCxnSpPr>
                <a:stCxn id="107" idx="3"/>
              </p:cNvCxnSpPr>
              <p:nvPr/>
            </p:nvCxnSpPr>
            <p:spPr>
              <a:xfrm>
                <a:off x="-2204266" y="505397"/>
                <a:ext cx="3816000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6" name="テキスト ボックス 105"/>
              <p:cNvSpPr txBox="1"/>
              <p:nvPr/>
            </p:nvSpPr>
            <p:spPr>
              <a:xfrm>
                <a:off x="-2247209" y="88135"/>
                <a:ext cx="15547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 smtClean="0"/>
                  <a:t>Manual </a:t>
                </a:r>
                <a:r>
                  <a:rPr lang="en-US" altLang="ja-JP" dirty="0" err="1" smtClean="0"/>
                  <a:t>Maint</a:t>
                </a:r>
                <a:r>
                  <a:rPr lang="en-US" altLang="ja-JP" dirty="0" smtClean="0"/>
                  <a:t>.</a:t>
                </a:r>
                <a:endParaRPr kumimoji="1" lang="ja-JP" altLang="en-US" dirty="0"/>
              </a:p>
            </p:txBody>
          </p:sp>
          <p:pic>
            <p:nvPicPr>
              <p:cNvPr id="107" name="図 106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3156765" y="29147"/>
                <a:ext cx="952500" cy="952500"/>
              </a:xfrm>
              <a:prstGeom prst="rect">
                <a:avLst/>
              </a:prstGeom>
            </p:spPr>
          </p:pic>
        </p:grpSp>
        <p:grpSp>
          <p:nvGrpSpPr>
            <p:cNvPr id="108" name="グループ化 107"/>
            <p:cNvGrpSpPr/>
            <p:nvPr/>
          </p:nvGrpSpPr>
          <p:grpSpPr>
            <a:xfrm>
              <a:off x="-3156765" y="4888397"/>
              <a:ext cx="4768499" cy="952500"/>
              <a:chOff x="-3156765" y="29147"/>
              <a:chExt cx="4768499" cy="952500"/>
            </a:xfrm>
          </p:grpSpPr>
          <p:cxnSp>
            <p:nvCxnSpPr>
              <p:cNvPr id="109" name="直線矢印コネクタ 108"/>
              <p:cNvCxnSpPr>
                <a:stCxn id="111" idx="3"/>
              </p:cNvCxnSpPr>
              <p:nvPr/>
            </p:nvCxnSpPr>
            <p:spPr>
              <a:xfrm>
                <a:off x="-2204266" y="505397"/>
                <a:ext cx="3816000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0" name="テキスト ボックス 109"/>
              <p:cNvSpPr txBox="1"/>
              <p:nvPr/>
            </p:nvSpPr>
            <p:spPr>
              <a:xfrm>
                <a:off x="-2247209" y="88135"/>
                <a:ext cx="15547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 smtClean="0"/>
                  <a:t>Manual </a:t>
                </a:r>
                <a:r>
                  <a:rPr lang="en-US" altLang="ja-JP" dirty="0" err="1" smtClean="0"/>
                  <a:t>Maint</a:t>
                </a:r>
                <a:r>
                  <a:rPr lang="en-US" altLang="ja-JP" dirty="0" smtClean="0"/>
                  <a:t>.</a:t>
                </a:r>
                <a:endParaRPr kumimoji="1" lang="ja-JP" altLang="en-US" dirty="0"/>
              </a:p>
            </p:txBody>
          </p:sp>
          <p:pic>
            <p:nvPicPr>
              <p:cNvPr id="111" name="図 110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3156765" y="29147"/>
                <a:ext cx="952500" cy="952500"/>
              </a:xfrm>
              <a:prstGeom prst="rect">
                <a:avLst/>
              </a:prstGeom>
            </p:spPr>
          </p:pic>
        </p:grpSp>
      </p:grpSp>
      <p:sp>
        <p:nvSpPr>
          <p:cNvPr id="113" name="テキスト ボックス 112"/>
          <p:cNvSpPr txBox="1"/>
          <p:nvPr/>
        </p:nvSpPr>
        <p:spPr>
          <a:xfrm>
            <a:off x="8634615" y="-1357380"/>
            <a:ext cx="11319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600" dirty="0" smtClean="0"/>
              <a:t>After</a:t>
            </a:r>
            <a:endParaRPr kumimoji="1" lang="ja-JP" altLang="en-US" sz="3600" dirty="0"/>
          </a:p>
        </p:txBody>
      </p:sp>
    </p:spTree>
    <p:extLst>
      <p:ext uri="{BB962C8B-B14F-4D97-AF65-F5344CB8AC3E}">
        <p14:creationId xmlns:p14="http://schemas.microsoft.com/office/powerpoint/2010/main" val="2890338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角丸四角形 151"/>
          <p:cNvSpPr/>
          <p:nvPr/>
        </p:nvSpPr>
        <p:spPr>
          <a:xfrm>
            <a:off x="1274225" y="1120454"/>
            <a:ext cx="5537014" cy="5366036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9" name="角丸四角形 148"/>
          <p:cNvSpPr/>
          <p:nvPr/>
        </p:nvSpPr>
        <p:spPr>
          <a:xfrm>
            <a:off x="1441444" y="910662"/>
            <a:ext cx="5537014" cy="5366036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1" name="角丸四角形 150"/>
          <p:cNvSpPr/>
          <p:nvPr/>
        </p:nvSpPr>
        <p:spPr>
          <a:xfrm>
            <a:off x="1648714" y="698500"/>
            <a:ext cx="5537014" cy="5366036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7" name="角丸四角形 126"/>
          <p:cNvSpPr/>
          <p:nvPr/>
        </p:nvSpPr>
        <p:spPr>
          <a:xfrm>
            <a:off x="2295074" y="1248266"/>
            <a:ext cx="3730727" cy="1805344"/>
          </a:xfrm>
          <a:prstGeom prst="roundRect">
            <a:avLst/>
          </a:prstGeom>
          <a:solidFill>
            <a:schemeClr val="bg1">
              <a:lumMod val="95000"/>
              <a:alpha val="37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5" name="グループ化 4"/>
          <p:cNvGrpSpPr/>
          <p:nvPr/>
        </p:nvGrpSpPr>
        <p:grpSpPr>
          <a:xfrm>
            <a:off x="2463538" y="1953197"/>
            <a:ext cx="821553" cy="821552"/>
            <a:chOff x="2463538" y="1953197"/>
            <a:chExt cx="821553" cy="821552"/>
          </a:xfrm>
        </p:grpSpPr>
        <p:sp>
          <p:nvSpPr>
            <p:cNvPr id="3" name="正方形/長方形 2"/>
            <p:cNvSpPr/>
            <p:nvPr/>
          </p:nvSpPr>
          <p:spPr>
            <a:xfrm>
              <a:off x="2621279" y="2270760"/>
              <a:ext cx="487811" cy="503989"/>
            </a:xfrm>
            <a:prstGeom prst="rect">
              <a:avLst/>
            </a:prstGeom>
            <a:solidFill>
              <a:schemeClr val="accent1">
                <a:alpha val="59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02" name="図 10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63538" y="1953197"/>
              <a:ext cx="821553" cy="821552"/>
            </a:xfrm>
            <a:prstGeom prst="rect">
              <a:avLst/>
            </a:prstGeom>
          </p:spPr>
        </p:pic>
      </p:grpSp>
      <p:sp>
        <p:nvSpPr>
          <p:cNvPr id="116" name="テキスト ボックス 115"/>
          <p:cNvSpPr txBox="1"/>
          <p:nvPr/>
        </p:nvSpPr>
        <p:spPr>
          <a:xfrm>
            <a:off x="4449906" y="2133139"/>
            <a:ext cx="6858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dirty="0" smtClean="0"/>
              <a:t>・・・</a:t>
            </a:r>
            <a:endParaRPr kumimoji="1" lang="ja-JP" altLang="en-US" sz="2400" dirty="0"/>
          </a:p>
        </p:txBody>
      </p:sp>
      <p:grpSp>
        <p:nvGrpSpPr>
          <p:cNvPr id="118" name="グループ化 117"/>
          <p:cNvGrpSpPr/>
          <p:nvPr/>
        </p:nvGrpSpPr>
        <p:grpSpPr>
          <a:xfrm>
            <a:off x="3087636" y="1953196"/>
            <a:ext cx="821553" cy="821552"/>
            <a:chOff x="2463538" y="1953197"/>
            <a:chExt cx="821553" cy="821552"/>
          </a:xfrm>
        </p:grpSpPr>
        <p:sp>
          <p:nvSpPr>
            <p:cNvPr id="119" name="正方形/長方形 118"/>
            <p:cNvSpPr/>
            <p:nvPr/>
          </p:nvSpPr>
          <p:spPr>
            <a:xfrm>
              <a:off x="2621279" y="2270760"/>
              <a:ext cx="487811" cy="503989"/>
            </a:xfrm>
            <a:prstGeom prst="rect">
              <a:avLst/>
            </a:prstGeom>
            <a:solidFill>
              <a:schemeClr val="accent1">
                <a:alpha val="59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20" name="図 11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63538" y="1953197"/>
              <a:ext cx="821553" cy="821552"/>
            </a:xfrm>
            <a:prstGeom prst="rect">
              <a:avLst/>
            </a:prstGeom>
          </p:spPr>
        </p:pic>
      </p:grpSp>
      <p:grpSp>
        <p:nvGrpSpPr>
          <p:cNvPr id="121" name="グループ化 120"/>
          <p:cNvGrpSpPr/>
          <p:nvPr/>
        </p:nvGrpSpPr>
        <p:grpSpPr>
          <a:xfrm>
            <a:off x="3749662" y="1953196"/>
            <a:ext cx="821553" cy="821552"/>
            <a:chOff x="2463538" y="1953197"/>
            <a:chExt cx="821553" cy="821552"/>
          </a:xfrm>
        </p:grpSpPr>
        <p:sp>
          <p:nvSpPr>
            <p:cNvPr id="122" name="正方形/長方形 121"/>
            <p:cNvSpPr/>
            <p:nvPr/>
          </p:nvSpPr>
          <p:spPr>
            <a:xfrm>
              <a:off x="2621279" y="2270760"/>
              <a:ext cx="487811" cy="503989"/>
            </a:xfrm>
            <a:prstGeom prst="rect">
              <a:avLst/>
            </a:prstGeom>
            <a:solidFill>
              <a:schemeClr val="accent1">
                <a:alpha val="59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23" name="図 1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63538" y="1953197"/>
              <a:ext cx="821553" cy="821552"/>
            </a:xfrm>
            <a:prstGeom prst="rect">
              <a:avLst/>
            </a:prstGeom>
          </p:spPr>
        </p:pic>
      </p:grpSp>
      <p:grpSp>
        <p:nvGrpSpPr>
          <p:cNvPr id="124" name="グループ化 123"/>
          <p:cNvGrpSpPr/>
          <p:nvPr/>
        </p:nvGrpSpPr>
        <p:grpSpPr>
          <a:xfrm>
            <a:off x="5035786" y="1953196"/>
            <a:ext cx="821553" cy="821552"/>
            <a:chOff x="2463538" y="1953197"/>
            <a:chExt cx="821553" cy="821552"/>
          </a:xfrm>
        </p:grpSpPr>
        <p:sp>
          <p:nvSpPr>
            <p:cNvPr id="125" name="正方形/長方形 124"/>
            <p:cNvSpPr/>
            <p:nvPr/>
          </p:nvSpPr>
          <p:spPr>
            <a:xfrm>
              <a:off x="2621279" y="2270760"/>
              <a:ext cx="487811" cy="503989"/>
            </a:xfrm>
            <a:prstGeom prst="rect">
              <a:avLst/>
            </a:prstGeom>
            <a:solidFill>
              <a:schemeClr val="accent1">
                <a:alpha val="59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26" name="図 12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63538" y="1953197"/>
              <a:ext cx="821553" cy="821552"/>
            </a:xfrm>
            <a:prstGeom prst="rect">
              <a:avLst/>
            </a:prstGeom>
          </p:spPr>
        </p:pic>
      </p:grpSp>
      <p:sp>
        <p:nvSpPr>
          <p:cNvPr id="9" name="テキスト ボックス 8"/>
          <p:cNvSpPr txBox="1"/>
          <p:nvPr/>
        </p:nvSpPr>
        <p:spPr>
          <a:xfrm>
            <a:off x="3109090" y="1399198"/>
            <a:ext cx="21130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CPU usage </a:t>
            </a:r>
            <a:r>
              <a:rPr lang="en-US" altLang="ja-JP" dirty="0" smtClean="0"/>
              <a:t>rate</a:t>
            </a:r>
            <a:r>
              <a:rPr kumimoji="1" lang="ja-JP" altLang="en-US" dirty="0" smtClean="0"/>
              <a:t>：</a:t>
            </a:r>
            <a:r>
              <a:rPr kumimoji="1" lang="en-US" altLang="ja-JP" dirty="0" smtClean="0"/>
              <a:t>80%</a:t>
            </a:r>
            <a:endParaRPr kumimoji="1" lang="ja-JP" altLang="en-US" dirty="0"/>
          </a:p>
        </p:txBody>
      </p:sp>
      <p:sp>
        <p:nvSpPr>
          <p:cNvPr id="128" name="テキスト ボックス 127"/>
          <p:cNvSpPr txBox="1"/>
          <p:nvPr/>
        </p:nvSpPr>
        <p:spPr>
          <a:xfrm>
            <a:off x="3628574" y="884805"/>
            <a:ext cx="1025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/>
              <a:t>Cluster A</a:t>
            </a:r>
            <a:endParaRPr kumimoji="1" lang="ja-JP" altLang="en-US" dirty="0"/>
          </a:p>
        </p:txBody>
      </p:sp>
      <p:sp>
        <p:nvSpPr>
          <p:cNvPr id="129" name="角丸四角形 128"/>
          <p:cNvSpPr/>
          <p:nvPr/>
        </p:nvSpPr>
        <p:spPr>
          <a:xfrm>
            <a:off x="2295074" y="3593680"/>
            <a:ext cx="3730727" cy="1805344"/>
          </a:xfrm>
          <a:prstGeom prst="roundRect">
            <a:avLst/>
          </a:prstGeom>
          <a:solidFill>
            <a:schemeClr val="bg1">
              <a:lumMod val="95000"/>
              <a:alpha val="37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1" name="正方形/長方形 130"/>
          <p:cNvSpPr/>
          <p:nvPr/>
        </p:nvSpPr>
        <p:spPr>
          <a:xfrm>
            <a:off x="2621279" y="4864101"/>
            <a:ext cx="487811" cy="256062"/>
          </a:xfrm>
          <a:prstGeom prst="rect">
            <a:avLst/>
          </a:prstGeom>
          <a:solidFill>
            <a:schemeClr val="accent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2" name="図 1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3538" y="4298611"/>
            <a:ext cx="821553" cy="821552"/>
          </a:xfrm>
          <a:prstGeom prst="rect">
            <a:avLst/>
          </a:prstGeom>
        </p:spPr>
      </p:pic>
      <p:sp>
        <p:nvSpPr>
          <p:cNvPr id="133" name="テキスト ボックス 132"/>
          <p:cNvSpPr txBox="1"/>
          <p:nvPr/>
        </p:nvSpPr>
        <p:spPr>
          <a:xfrm>
            <a:off x="4449906" y="4478553"/>
            <a:ext cx="6858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dirty="0" smtClean="0"/>
              <a:t>・・・</a:t>
            </a:r>
            <a:endParaRPr kumimoji="1" lang="ja-JP" altLang="en-US" sz="2400" dirty="0"/>
          </a:p>
        </p:txBody>
      </p:sp>
      <p:sp>
        <p:nvSpPr>
          <p:cNvPr id="135" name="正方形/長方形 134"/>
          <p:cNvSpPr/>
          <p:nvPr/>
        </p:nvSpPr>
        <p:spPr>
          <a:xfrm>
            <a:off x="3245377" y="4864100"/>
            <a:ext cx="487811" cy="256062"/>
          </a:xfrm>
          <a:prstGeom prst="rect">
            <a:avLst/>
          </a:prstGeom>
          <a:solidFill>
            <a:schemeClr val="accent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6" name="図 13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7636" y="4298610"/>
            <a:ext cx="821553" cy="821552"/>
          </a:xfrm>
          <a:prstGeom prst="rect">
            <a:avLst/>
          </a:prstGeom>
        </p:spPr>
      </p:pic>
      <p:sp>
        <p:nvSpPr>
          <p:cNvPr id="138" name="正方形/長方形 137"/>
          <p:cNvSpPr/>
          <p:nvPr/>
        </p:nvSpPr>
        <p:spPr>
          <a:xfrm>
            <a:off x="3907403" y="4864100"/>
            <a:ext cx="487811" cy="256062"/>
          </a:xfrm>
          <a:prstGeom prst="rect">
            <a:avLst/>
          </a:prstGeom>
          <a:solidFill>
            <a:schemeClr val="accent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9" name="図 13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662" y="4298610"/>
            <a:ext cx="821553" cy="821552"/>
          </a:xfrm>
          <a:prstGeom prst="rect">
            <a:avLst/>
          </a:prstGeom>
        </p:spPr>
      </p:pic>
      <p:sp>
        <p:nvSpPr>
          <p:cNvPr id="141" name="正方形/長方形 140"/>
          <p:cNvSpPr/>
          <p:nvPr/>
        </p:nvSpPr>
        <p:spPr>
          <a:xfrm>
            <a:off x="5193527" y="4864100"/>
            <a:ext cx="487811" cy="256062"/>
          </a:xfrm>
          <a:prstGeom prst="rect">
            <a:avLst/>
          </a:prstGeom>
          <a:solidFill>
            <a:schemeClr val="accent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2" name="図 14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786" y="4298610"/>
            <a:ext cx="821553" cy="821552"/>
          </a:xfrm>
          <a:prstGeom prst="rect">
            <a:avLst/>
          </a:prstGeom>
        </p:spPr>
      </p:pic>
      <p:sp>
        <p:nvSpPr>
          <p:cNvPr id="143" name="テキスト ボックス 142"/>
          <p:cNvSpPr txBox="1"/>
          <p:nvPr/>
        </p:nvSpPr>
        <p:spPr>
          <a:xfrm>
            <a:off x="3109090" y="3744612"/>
            <a:ext cx="21130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CPU usage </a:t>
            </a:r>
            <a:r>
              <a:rPr lang="en-US" altLang="ja-JP" dirty="0" smtClean="0"/>
              <a:t>rate</a:t>
            </a:r>
            <a:r>
              <a:rPr kumimoji="1" lang="ja-JP" altLang="en-US" dirty="0" smtClean="0"/>
              <a:t>：</a:t>
            </a:r>
            <a:r>
              <a:rPr kumimoji="1" lang="en-US" altLang="ja-JP" dirty="0" smtClean="0"/>
              <a:t>30%</a:t>
            </a:r>
            <a:endParaRPr kumimoji="1" lang="ja-JP" altLang="en-US" dirty="0"/>
          </a:p>
        </p:txBody>
      </p:sp>
      <p:sp>
        <p:nvSpPr>
          <p:cNvPr id="144" name="テキスト ボックス 143"/>
          <p:cNvSpPr txBox="1"/>
          <p:nvPr/>
        </p:nvSpPr>
        <p:spPr>
          <a:xfrm>
            <a:off x="3628574" y="3230219"/>
            <a:ext cx="1025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/>
              <a:t>Cluster B</a:t>
            </a:r>
            <a:endParaRPr kumimoji="1" lang="ja-JP" altLang="en-US" dirty="0"/>
          </a:p>
        </p:txBody>
      </p:sp>
      <p:pic>
        <p:nvPicPr>
          <p:cNvPr id="12" name="図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1782" y="1120454"/>
            <a:ext cx="794905" cy="1296151"/>
          </a:xfrm>
          <a:prstGeom prst="rect">
            <a:avLst/>
          </a:prstGeom>
        </p:spPr>
      </p:pic>
      <p:grpSp>
        <p:nvGrpSpPr>
          <p:cNvPr id="54" name="グループ化 53"/>
          <p:cNvGrpSpPr/>
          <p:nvPr/>
        </p:nvGrpSpPr>
        <p:grpSpPr>
          <a:xfrm>
            <a:off x="7816270" y="3946978"/>
            <a:ext cx="3730727" cy="770954"/>
            <a:chOff x="6930708" y="2024660"/>
            <a:chExt cx="3730727" cy="770954"/>
          </a:xfrm>
        </p:grpSpPr>
        <p:sp>
          <p:nvSpPr>
            <p:cNvPr id="146" name="角丸四角形 145"/>
            <p:cNvSpPr/>
            <p:nvPr/>
          </p:nvSpPr>
          <p:spPr>
            <a:xfrm>
              <a:off x="6930708" y="2024660"/>
              <a:ext cx="3730727" cy="770954"/>
            </a:xfrm>
            <a:prstGeom prst="roundRect">
              <a:avLst/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53" name="グループ化 52"/>
            <p:cNvGrpSpPr/>
            <p:nvPr/>
          </p:nvGrpSpPr>
          <p:grpSpPr>
            <a:xfrm>
              <a:off x="7183059" y="2102322"/>
              <a:ext cx="2797114" cy="615629"/>
              <a:chOff x="7273486" y="2102323"/>
              <a:chExt cx="2797114" cy="615629"/>
            </a:xfrm>
          </p:grpSpPr>
          <p:sp>
            <p:nvSpPr>
              <p:cNvPr id="145" name="テキスト ボックス 144"/>
              <p:cNvSpPr txBox="1"/>
              <p:nvPr/>
            </p:nvSpPr>
            <p:spPr>
              <a:xfrm>
                <a:off x="8158858" y="2225471"/>
                <a:ext cx="19117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 err="1" smtClean="0"/>
                  <a:t>ESXi</a:t>
                </a:r>
                <a:r>
                  <a:rPr lang="en-US" altLang="ja-JP" dirty="0" smtClean="0"/>
                  <a:t> Migration Job</a:t>
                </a:r>
                <a:endParaRPr kumimoji="1" lang="ja-JP" altLang="en-US" dirty="0"/>
              </a:p>
            </p:txBody>
          </p:sp>
          <p:pic>
            <p:nvPicPr>
              <p:cNvPr id="51" name="図 50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73486" y="2102323"/>
                <a:ext cx="615629" cy="615629"/>
              </a:xfrm>
              <a:prstGeom prst="rect">
                <a:avLst/>
              </a:prstGeom>
            </p:spPr>
          </p:pic>
        </p:grpSp>
      </p:grpSp>
      <p:cxnSp>
        <p:nvCxnSpPr>
          <p:cNvPr id="147" name="直線矢印コネクタ 146"/>
          <p:cNvCxnSpPr>
            <a:stCxn id="154" idx="1"/>
            <a:endCxn id="129" idx="3"/>
          </p:cNvCxnSpPr>
          <p:nvPr/>
        </p:nvCxnSpPr>
        <p:spPr>
          <a:xfrm flipH="1">
            <a:off x="6025801" y="3176024"/>
            <a:ext cx="1790469" cy="1320328"/>
          </a:xfrm>
          <a:prstGeom prst="straightConnector1">
            <a:avLst/>
          </a:prstGeom>
          <a:ln w="762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直線矢印コネクタ 147"/>
          <p:cNvCxnSpPr>
            <a:stCxn id="154" idx="1"/>
            <a:endCxn id="127" idx="3"/>
          </p:cNvCxnSpPr>
          <p:nvPr/>
        </p:nvCxnSpPr>
        <p:spPr>
          <a:xfrm flipH="1" flipV="1">
            <a:off x="6025801" y="2150938"/>
            <a:ext cx="1790469" cy="1025086"/>
          </a:xfrm>
          <a:prstGeom prst="straightConnector1">
            <a:avLst/>
          </a:prstGeom>
          <a:ln w="762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テキスト ボックス 149"/>
          <p:cNvSpPr txBox="1"/>
          <p:nvPr/>
        </p:nvSpPr>
        <p:spPr>
          <a:xfrm>
            <a:off x="3932407" y="270997"/>
            <a:ext cx="11033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err="1" smtClean="0"/>
              <a:t>vCenter</a:t>
            </a:r>
            <a:r>
              <a:rPr lang="en-US" altLang="ja-JP" dirty="0" smtClean="0"/>
              <a:t> A</a:t>
            </a:r>
            <a:endParaRPr kumimoji="1" lang="ja-JP" altLang="en-US" dirty="0"/>
          </a:p>
        </p:txBody>
      </p:sp>
      <p:grpSp>
        <p:nvGrpSpPr>
          <p:cNvPr id="153" name="グループ化 152"/>
          <p:cNvGrpSpPr/>
          <p:nvPr/>
        </p:nvGrpSpPr>
        <p:grpSpPr>
          <a:xfrm>
            <a:off x="7816270" y="2790547"/>
            <a:ext cx="3730727" cy="770954"/>
            <a:chOff x="6930708" y="2024660"/>
            <a:chExt cx="3730727" cy="770954"/>
          </a:xfrm>
        </p:grpSpPr>
        <p:sp>
          <p:nvSpPr>
            <p:cNvPr id="154" name="角丸四角形 153"/>
            <p:cNvSpPr/>
            <p:nvPr/>
          </p:nvSpPr>
          <p:spPr>
            <a:xfrm>
              <a:off x="6930708" y="2024660"/>
              <a:ext cx="3730727" cy="770954"/>
            </a:xfrm>
            <a:prstGeom prst="roundRect">
              <a:avLst/>
            </a:prstGeom>
            <a:noFill/>
            <a:ln w="381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55" name="グループ化 154"/>
            <p:cNvGrpSpPr/>
            <p:nvPr/>
          </p:nvGrpSpPr>
          <p:grpSpPr>
            <a:xfrm>
              <a:off x="7183059" y="2102322"/>
              <a:ext cx="3226024" cy="615629"/>
              <a:chOff x="7273486" y="2102323"/>
              <a:chExt cx="3226024" cy="615629"/>
            </a:xfrm>
          </p:grpSpPr>
          <p:sp>
            <p:nvSpPr>
              <p:cNvPr id="156" name="テキスト ボックス 155"/>
              <p:cNvSpPr txBox="1"/>
              <p:nvPr/>
            </p:nvSpPr>
            <p:spPr>
              <a:xfrm>
                <a:off x="7889115" y="2225472"/>
                <a:ext cx="26103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 smtClean="0"/>
                  <a:t>Resource Monitoring Job</a:t>
                </a:r>
                <a:endParaRPr kumimoji="1" lang="ja-JP" altLang="en-US" dirty="0"/>
              </a:p>
            </p:txBody>
          </p:sp>
          <p:pic>
            <p:nvPicPr>
              <p:cNvPr id="157" name="図 156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73486" y="2102323"/>
                <a:ext cx="615629" cy="615629"/>
              </a:xfrm>
              <a:prstGeom prst="rect">
                <a:avLst/>
              </a:prstGeom>
            </p:spPr>
          </p:pic>
        </p:grpSp>
      </p:grpSp>
      <p:sp>
        <p:nvSpPr>
          <p:cNvPr id="163" name="上矢印 162"/>
          <p:cNvSpPr/>
          <p:nvPr/>
        </p:nvSpPr>
        <p:spPr>
          <a:xfrm>
            <a:off x="5191009" y="2868209"/>
            <a:ext cx="459234" cy="1245735"/>
          </a:xfrm>
          <a:prstGeom prst="upArrow">
            <a:avLst/>
          </a:prstGeom>
          <a:solidFill>
            <a:srgbClr val="FFC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29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グループ化 38"/>
          <p:cNvGrpSpPr/>
          <p:nvPr/>
        </p:nvGrpSpPr>
        <p:grpSpPr>
          <a:xfrm>
            <a:off x="1586382" y="-1196234"/>
            <a:ext cx="3407921" cy="3245548"/>
            <a:chOff x="1511516" y="-1258286"/>
            <a:chExt cx="3407921" cy="3245548"/>
          </a:xfrm>
        </p:grpSpPr>
        <p:pic>
          <p:nvPicPr>
            <p:cNvPr id="13" name="図 12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33847" y="-1258286"/>
              <a:ext cx="2763257" cy="2763257"/>
            </a:xfrm>
            <a:prstGeom prst="rect">
              <a:avLst/>
            </a:prstGeom>
          </p:spPr>
        </p:pic>
        <p:sp>
          <p:nvSpPr>
            <p:cNvPr id="16" name="テキスト ボックス 15"/>
            <p:cNvSpPr txBox="1"/>
            <p:nvPr/>
          </p:nvSpPr>
          <p:spPr>
            <a:xfrm>
              <a:off x="1511516" y="1340931"/>
              <a:ext cx="340792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600" dirty="0" smtClean="0"/>
                <a:t>Test cases × 100</a:t>
              </a:r>
              <a:endParaRPr kumimoji="1" lang="ja-JP" altLang="en-US" sz="3600" dirty="0"/>
            </a:p>
          </p:txBody>
        </p:sp>
      </p:grpSp>
      <p:pic>
        <p:nvPicPr>
          <p:cNvPr id="17" name="図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8121" y="2931954"/>
            <a:ext cx="1163849" cy="1163849"/>
          </a:xfrm>
          <a:prstGeom prst="rect">
            <a:avLst/>
          </a:prstGeom>
        </p:spPr>
      </p:pic>
      <p:sp>
        <p:nvSpPr>
          <p:cNvPr id="27" name="テキスト ボックス 26"/>
          <p:cNvSpPr txBox="1"/>
          <p:nvPr/>
        </p:nvSpPr>
        <p:spPr>
          <a:xfrm>
            <a:off x="6066166" y="-1285506"/>
            <a:ext cx="5470408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600" dirty="0"/>
              <a:t>• Functional Validation</a:t>
            </a:r>
            <a:br>
              <a:rPr lang="en-US" altLang="ja-JP" sz="3600" dirty="0"/>
            </a:br>
            <a:r>
              <a:rPr lang="en-US" altLang="ja-JP" sz="3600" dirty="0"/>
              <a:t>• Performance Validation</a:t>
            </a:r>
            <a:br>
              <a:rPr lang="en-US" altLang="ja-JP" sz="3600" dirty="0"/>
            </a:br>
            <a:r>
              <a:rPr lang="en-US" altLang="ja-JP" sz="3600" dirty="0"/>
              <a:t>• Failure Scenario Testing</a:t>
            </a:r>
            <a:br>
              <a:rPr lang="en-US" altLang="ja-JP" sz="3600" dirty="0"/>
            </a:br>
            <a:r>
              <a:rPr lang="en-US" altLang="ja-JP" sz="3600" dirty="0"/>
              <a:t>• Exception Scenario Testing</a:t>
            </a:r>
            <a:br>
              <a:rPr lang="en-US" altLang="ja-JP" sz="3600" dirty="0"/>
            </a:br>
            <a:r>
              <a:rPr lang="en-US" altLang="ja-JP" sz="3600" dirty="0"/>
              <a:t>• Deployment Validation</a:t>
            </a:r>
            <a:br>
              <a:rPr lang="en-US" altLang="ja-JP" sz="3600" dirty="0"/>
            </a:br>
            <a:r>
              <a:rPr lang="en-US" altLang="ja-JP" sz="3600" dirty="0"/>
              <a:t>• Upgrade Validation</a:t>
            </a:r>
            <a:endParaRPr kumimoji="1" lang="ja-JP" altLang="en-US" sz="3600" dirty="0"/>
          </a:p>
        </p:txBody>
      </p:sp>
      <p:sp>
        <p:nvSpPr>
          <p:cNvPr id="28" name="右中かっこ 27"/>
          <p:cNvSpPr/>
          <p:nvPr/>
        </p:nvSpPr>
        <p:spPr>
          <a:xfrm rot="5400000">
            <a:off x="6349063" y="-2948457"/>
            <a:ext cx="641967" cy="10637511"/>
          </a:xfrm>
          <a:prstGeom prst="rightBrace">
            <a:avLst>
              <a:gd name="adj1" fmla="val 202771"/>
              <a:gd name="adj2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8" name="グループ化 37"/>
          <p:cNvGrpSpPr/>
          <p:nvPr/>
        </p:nvGrpSpPr>
        <p:grpSpPr>
          <a:xfrm>
            <a:off x="3113921" y="3998266"/>
            <a:ext cx="7112247" cy="1807156"/>
            <a:chOff x="3073743" y="3200901"/>
            <a:chExt cx="7112247" cy="1807156"/>
          </a:xfrm>
        </p:grpSpPr>
        <p:grpSp>
          <p:nvGrpSpPr>
            <p:cNvPr id="32" name="グループ化 31"/>
            <p:cNvGrpSpPr>
              <a:grpSpLocks noChangeAspect="1"/>
            </p:cNvGrpSpPr>
            <p:nvPr/>
          </p:nvGrpSpPr>
          <p:grpSpPr>
            <a:xfrm>
              <a:off x="3073743" y="3200901"/>
              <a:ext cx="1807156" cy="1807156"/>
              <a:chOff x="2164658" y="3393494"/>
              <a:chExt cx="2722867" cy="2722867"/>
            </a:xfrm>
          </p:grpSpPr>
          <p:pic>
            <p:nvPicPr>
              <p:cNvPr id="31" name="図 30"/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64658" y="3393494"/>
                <a:ext cx="2722867" cy="2722867"/>
              </a:xfrm>
              <a:prstGeom prst="rect">
                <a:avLst/>
              </a:prstGeom>
            </p:spPr>
          </p:pic>
          <p:pic>
            <p:nvPicPr>
              <p:cNvPr id="29" name="図 28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10566" y="3943350"/>
                <a:ext cx="1616614" cy="1616614"/>
              </a:xfrm>
              <a:prstGeom prst="rect">
                <a:avLst/>
              </a:prstGeom>
            </p:spPr>
          </p:pic>
        </p:grpSp>
        <p:pic>
          <p:nvPicPr>
            <p:cNvPr id="34" name="図 3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08849" y="3457609"/>
              <a:ext cx="1279008" cy="1279008"/>
            </a:xfrm>
            <a:prstGeom prst="rect">
              <a:avLst/>
            </a:prstGeom>
          </p:spPr>
        </p:pic>
        <p:pic>
          <p:nvPicPr>
            <p:cNvPr id="35" name="図 34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892251" y="3450244"/>
              <a:ext cx="1293739" cy="1293739"/>
            </a:xfrm>
            <a:prstGeom prst="rect">
              <a:avLst/>
            </a:prstGeom>
          </p:spPr>
        </p:pic>
        <p:sp>
          <p:nvSpPr>
            <p:cNvPr id="36" name="右矢印 35"/>
            <p:cNvSpPr/>
            <p:nvPr/>
          </p:nvSpPr>
          <p:spPr>
            <a:xfrm>
              <a:off x="5169462" y="3817400"/>
              <a:ext cx="650824" cy="574158"/>
            </a:xfrm>
            <a:prstGeom prst="rightArrow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7" name="右矢印 36"/>
            <p:cNvSpPr/>
            <p:nvPr/>
          </p:nvSpPr>
          <p:spPr>
            <a:xfrm>
              <a:off x="7814642" y="3817400"/>
              <a:ext cx="650824" cy="574158"/>
            </a:xfrm>
            <a:prstGeom prst="rightArrow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6494318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角丸四角形 47"/>
          <p:cNvSpPr/>
          <p:nvPr/>
        </p:nvSpPr>
        <p:spPr>
          <a:xfrm>
            <a:off x="0" y="391533"/>
            <a:ext cx="13667843" cy="5953024"/>
          </a:xfrm>
          <a:prstGeom prst="roundRect">
            <a:avLst>
              <a:gd name="adj" fmla="val 8383"/>
            </a:avLst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6860" y="-722262"/>
            <a:ext cx="1154125" cy="1881886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935964"/>
            <a:ext cx="1227093" cy="1227092"/>
          </a:xfrm>
          <a:prstGeom prst="rect">
            <a:avLst/>
          </a:prstGeom>
        </p:spPr>
      </p:pic>
      <p:grpSp>
        <p:nvGrpSpPr>
          <p:cNvPr id="36" name="グループ化 35"/>
          <p:cNvGrpSpPr/>
          <p:nvPr/>
        </p:nvGrpSpPr>
        <p:grpSpPr>
          <a:xfrm>
            <a:off x="7374146" y="2817267"/>
            <a:ext cx="3947441" cy="1200912"/>
            <a:chOff x="3253232" y="615445"/>
            <a:chExt cx="3947441" cy="1200912"/>
          </a:xfrm>
        </p:grpSpPr>
        <p:sp>
          <p:nvSpPr>
            <p:cNvPr id="37" name="テキスト ボックス 36"/>
            <p:cNvSpPr txBox="1"/>
            <p:nvPr/>
          </p:nvSpPr>
          <p:spPr>
            <a:xfrm>
              <a:off x="3253232" y="615445"/>
              <a:ext cx="7768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dirty="0" smtClean="0"/>
                <a:t>Step.5</a:t>
              </a:r>
              <a:endParaRPr kumimoji="1" lang="ja-JP" altLang="en-US" dirty="0"/>
            </a:p>
          </p:txBody>
        </p:sp>
        <p:grpSp>
          <p:nvGrpSpPr>
            <p:cNvPr id="38" name="グループ化 37"/>
            <p:cNvGrpSpPr/>
            <p:nvPr/>
          </p:nvGrpSpPr>
          <p:grpSpPr>
            <a:xfrm>
              <a:off x="3469946" y="1045403"/>
              <a:ext cx="3730727" cy="770954"/>
              <a:chOff x="6930708" y="2024660"/>
              <a:chExt cx="3730727" cy="770954"/>
            </a:xfrm>
          </p:grpSpPr>
          <p:sp>
            <p:nvSpPr>
              <p:cNvPr id="39" name="角丸四角形 38"/>
              <p:cNvSpPr/>
              <p:nvPr/>
            </p:nvSpPr>
            <p:spPr>
              <a:xfrm>
                <a:off x="6930708" y="2024660"/>
                <a:ext cx="3730727" cy="770954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40" name="グループ化 39"/>
              <p:cNvGrpSpPr/>
              <p:nvPr/>
            </p:nvGrpSpPr>
            <p:grpSpPr>
              <a:xfrm>
                <a:off x="7183059" y="2102322"/>
                <a:ext cx="2365374" cy="615629"/>
                <a:chOff x="7273486" y="2102323"/>
                <a:chExt cx="2365374" cy="615629"/>
              </a:xfrm>
            </p:grpSpPr>
            <p:sp>
              <p:nvSpPr>
                <p:cNvPr id="41" name="テキスト ボックス 40"/>
                <p:cNvSpPr txBox="1"/>
                <p:nvPr/>
              </p:nvSpPr>
              <p:spPr>
                <a:xfrm>
                  <a:off x="8150311" y="2225471"/>
                  <a:ext cx="148854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dirty="0" smtClean="0"/>
                    <a:t>Host Injection</a:t>
                  </a:r>
                  <a:endParaRPr lang="ja-JP" altLang="en-US" dirty="0"/>
                </a:p>
              </p:txBody>
            </p:sp>
            <p:pic>
              <p:nvPicPr>
                <p:cNvPr id="42" name="図 41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273486" y="2102323"/>
                  <a:ext cx="615629" cy="615629"/>
                </a:xfrm>
                <a:prstGeom prst="rect">
                  <a:avLst/>
                </a:prstGeom>
              </p:spPr>
            </p:pic>
          </p:grpSp>
        </p:grpSp>
      </p:grpSp>
      <p:pic>
        <p:nvPicPr>
          <p:cNvPr id="43" name="図 4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760" y="1752679"/>
            <a:ext cx="952500" cy="952500"/>
          </a:xfrm>
          <a:prstGeom prst="rect">
            <a:avLst/>
          </a:prstGeom>
        </p:spPr>
      </p:pic>
      <p:pic>
        <p:nvPicPr>
          <p:cNvPr id="44" name="図 4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4760" y="3156451"/>
            <a:ext cx="952500" cy="952500"/>
          </a:xfrm>
          <a:prstGeom prst="rect">
            <a:avLst/>
          </a:prstGeom>
        </p:spPr>
      </p:pic>
      <p:pic>
        <p:nvPicPr>
          <p:cNvPr id="45" name="図 4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63039" y="4588321"/>
            <a:ext cx="952500" cy="952500"/>
          </a:xfrm>
          <a:prstGeom prst="rect">
            <a:avLst/>
          </a:prstGeom>
        </p:spPr>
      </p:pic>
      <p:pic>
        <p:nvPicPr>
          <p:cNvPr id="46" name="図 4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98739" y="1748961"/>
            <a:ext cx="952500" cy="952500"/>
          </a:xfrm>
          <a:prstGeom prst="rect">
            <a:avLst/>
          </a:prstGeom>
        </p:spPr>
      </p:pic>
      <p:pic>
        <p:nvPicPr>
          <p:cNvPr id="47" name="図 4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798739" y="3156451"/>
            <a:ext cx="952500" cy="952500"/>
          </a:xfrm>
          <a:prstGeom prst="rect">
            <a:avLst/>
          </a:prstGeom>
        </p:spPr>
      </p:pic>
      <p:sp>
        <p:nvSpPr>
          <p:cNvPr id="49" name="テキスト ボックス 48"/>
          <p:cNvSpPr txBox="1"/>
          <p:nvPr/>
        </p:nvSpPr>
        <p:spPr>
          <a:xfrm>
            <a:off x="1215406" y="-608086"/>
            <a:ext cx="45763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dirty="0"/>
              <a:t>Automated </a:t>
            </a:r>
            <a:r>
              <a:rPr lang="en-US" altLang="ja-JP" sz="2800" dirty="0" err="1"/>
              <a:t>ESXi</a:t>
            </a:r>
            <a:r>
              <a:rPr lang="en-US" altLang="ja-JP" sz="2800" dirty="0"/>
              <a:t> Build Pipeline</a:t>
            </a:r>
            <a:endParaRPr kumimoji="1" lang="ja-JP" altLang="en-US" sz="2800" dirty="0"/>
          </a:p>
        </p:txBody>
      </p:sp>
      <p:sp>
        <p:nvSpPr>
          <p:cNvPr id="50" name="下矢印 49"/>
          <p:cNvSpPr/>
          <p:nvPr/>
        </p:nvSpPr>
        <p:spPr>
          <a:xfrm>
            <a:off x="2718440" y="2415645"/>
            <a:ext cx="1165575" cy="831578"/>
          </a:xfrm>
          <a:prstGeom prst="downArrow">
            <a:avLst/>
          </a:prstGeom>
          <a:solidFill>
            <a:schemeClr val="accent1">
              <a:alpha val="69000"/>
            </a:schemeClr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4" name="グループ化 13"/>
          <p:cNvGrpSpPr/>
          <p:nvPr/>
        </p:nvGrpSpPr>
        <p:grpSpPr>
          <a:xfrm>
            <a:off x="1138446" y="1415545"/>
            <a:ext cx="3947441" cy="1200912"/>
            <a:chOff x="3253232" y="615445"/>
            <a:chExt cx="3947441" cy="1200912"/>
          </a:xfrm>
        </p:grpSpPr>
        <p:sp>
          <p:nvSpPr>
            <p:cNvPr id="8" name="テキスト ボックス 7"/>
            <p:cNvSpPr txBox="1"/>
            <p:nvPr/>
          </p:nvSpPr>
          <p:spPr>
            <a:xfrm>
              <a:off x="3253232" y="615445"/>
              <a:ext cx="7768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dirty="0" smtClean="0"/>
                <a:t>Step.1</a:t>
              </a:r>
              <a:endParaRPr kumimoji="1" lang="ja-JP" altLang="en-US" dirty="0"/>
            </a:p>
          </p:txBody>
        </p:sp>
        <p:grpSp>
          <p:nvGrpSpPr>
            <p:cNvPr id="9" name="グループ化 8"/>
            <p:cNvGrpSpPr/>
            <p:nvPr/>
          </p:nvGrpSpPr>
          <p:grpSpPr>
            <a:xfrm>
              <a:off x="3469946" y="1045403"/>
              <a:ext cx="3730727" cy="770954"/>
              <a:chOff x="6930708" y="2024660"/>
              <a:chExt cx="3730727" cy="770954"/>
            </a:xfrm>
          </p:grpSpPr>
          <p:sp>
            <p:nvSpPr>
              <p:cNvPr id="10" name="角丸四角形 9"/>
              <p:cNvSpPr/>
              <p:nvPr/>
            </p:nvSpPr>
            <p:spPr>
              <a:xfrm>
                <a:off x="6930708" y="2024660"/>
                <a:ext cx="3730727" cy="77095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11" name="グループ化 10"/>
              <p:cNvGrpSpPr/>
              <p:nvPr/>
            </p:nvGrpSpPr>
            <p:grpSpPr>
              <a:xfrm>
                <a:off x="7183059" y="2102322"/>
                <a:ext cx="2429944" cy="615629"/>
                <a:chOff x="7273486" y="2102323"/>
                <a:chExt cx="2429944" cy="615629"/>
              </a:xfrm>
            </p:grpSpPr>
            <p:sp>
              <p:nvSpPr>
                <p:cNvPr id="12" name="テキスト ボックス 11"/>
                <p:cNvSpPr txBox="1"/>
                <p:nvPr/>
              </p:nvSpPr>
              <p:spPr>
                <a:xfrm>
                  <a:off x="8384415" y="2225471"/>
                  <a:ext cx="131901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dirty="0"/>
                    <a:t>Clean Install</a:t>
                  </a:r>
                  <a:endParaRPr lang="ja-JP" altLang="en-US" dirty="0"/>
                </a:p>
              </p:txBody>
            </p:sp>
            <p:pic>
              <p:nvPicPr>
                <p:cNvPr id="13" name="図 12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273486" y="2102323"/>
                  <a:ext cx="615629" cy="615629"/>
                </a:xfrm>
                <a:prstGeom prst="rect">
                  <a:avLst/>
                </a:prstGeom>
              </p:spPr>
            </p:pic>
          </p:grpSp>
        </p:grpSp>
      </p:grpSp>
      <p:sp>
        <p:nvSpPr>
          <p:cNvPr id="51" name="下矢印 50"/>
          <p:cNvSpPr/>
          <p:nvPr/>
        </p:nvSpPr>
        <p:spPr>
          <a:xfrm>
            <a:off x="2687697" y="4018179"/>
            <a:ext cx="1165575" cy="630766"/>
          </a:xfrm>
          <a:prstGeom prst="downArrow">
            <a:avLst/>
          </a:prstGeom>
          <a:solidFill>
            <a:schemeClr val="accent1">
              <a:alpha val="69000"/>
            </a:schemeClr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5" name="グループ化 14"/>
          <p:cNvGrpSpPr/>
          <p:nvPr/>
        </p:nvGrpSpPr>
        <p:grpSpPr>
          <a:xfrm>
            <a:off x="1138446" y="2817267"/>
            <a:ext cx="3947441" cy="1200912"/>
            <a:chOff x="3253232" y="615445"/>
            <a:chExt cx="3947441" cy="1200912"/>
          </a:xfrm>
        </p:grpSpPr>
        <p:sp>
          <p:nvSpPr>
            <p:cNvPr id="16" name="テキスト ボックス 15"/>
            <p:cNvSpPr txBox="1"/>
            <p:nvPr/>
          </p:nvSpPr>
          <p:spPr>
            <a:xfrm>
              <a:off x="3253232" y="615445"/>
              <a:ext cx="7768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dirty="0" smtClean="0"/>
                <a:t>Step.2</a:t>
              </a:r>
              <a:endParaRPr kumimoji="1" lang="ja-JP" altLang="en-US" dirty="0"/>
            </a:p>
          </p:txBody>
        </p:sp>
        <p:grpSp>
          <p:nvGrpSpPr>
            <p:cNvPr id="17" name="グループ化 16"/>
            <p:cNvGrpSpPr/>
            <p:nvPr/>
          </p:nvGrpSpPr>
          <p:grpSpPr>
            <a:xfrm>
              <a:off x="3469946" y="1045403"/>
              <a:ext cx="3730727" cy="770954"/>
              <a:chOff x="6930708" y="2024660"/>
              <a:chExt cx="3730727" cy="770954"/>
            </a:xfrm>
          </p:grpSpPr>
          <p:sp>
            <p:nvSpPr>
              <p:cNvPr id="18" name="角丸四角形 17"/>
              <p:cNvSpPr/>
              <p:nvPr/>
            </p:nvSpPr>
            <p:spPr>
              <a:xfrm>
                <a:off x="6930708" y="2024660"/>
                <a:ext cx="3730727" cy="770954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19" name="グループ化 18"/>
              <p:cNvGrpSpPr/>
              <p:nvPr/>
            </p:nvGrpSpPr>
            <p:grpSpPr>
              <a:xfrm>
                <a:off x="7183059" y="2102322"/>
                <a:ext cx="2276504" cy="615629"/>
                <a:chOff x="7273486" y="2102323"/>
                <a:chExt cx="2276504" cy="615629"/>
              </a:xfrm>
            </p:grpSpPr>
            <p:sp>
              <p:nvSpPr>
                <p:cNvPr id="20" name="テキスト ボックス 19"/>
                <p:cNvSpPr txBox="1"/>
                <p:nvPr/>
              </p:nvSpPr>
              <p:spPr>
                <a:xfrm>
                  <a:off x="8384415" y="2225471"/>
                  <a:ext cx="11655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dirty="0" err="1" smtClean="0"/>
                    <a:t>ESXi</a:t>
                  </a:r>
                  <a:r>
                    <a:rPr lang="en-US" altLang="ja-JP" dirty="0" smtClean="0"/>
                    <a:t> Setup</a:t>
                  </a:r>
                  <a:endParaRPr lang="ja-JP" altLang="en-US" dirty="0"/>
                </a:p>
              </p:txBody>
            </p:sp>
            <p:pic>
              <p:nvPicPr>
                <p:cNvPr id="21" name="図 20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273486" y="2102323"/>
                  <a:ext cx="615629" cy="615629"/>
                </a:xfrm>
                <a:prstGeom prst="rect">
                  <a:avLst/>
                </a:prstGeom>
              </p:spPr>
            </p:pic>
          </p:grpSp>
        </p:grpSp>
      </p:grpSp>
      <p:sp>
        <p:nvSpPr>
          <p:cNvPr id="52" name="下矢印 51"/>
          <p:cNvSpPr/>
          <p:nvPr/>
        </p:nvSpPr>
        <p:spPr>
          <a:xfrm>
            <a:off x="9007911" y="2612788"/>
            <a:ext cx="1165575" cy="634435"/>
          </a:xfrm>
          <a:prstGeom prst="downArrow">
            <a:avLst/>
          </a:prstGeom>
          <a:solidFill>
            <a:schemeClr val="accent1">
              <a:alpha val="69000"/>
            </a:schemeClr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9" name="グループ化 28"/>
          <p:cNvGrpSpPr/>
          <p:nvPr/>
        </p:nvGrpSpPr>
        <p:grpSpPr>
          <a:xfrm>
            <a:off x="7374146" y="1415545"/>
            <a:ext cx="3947441" cy="1200912"/>
            <a:chOff x="3253232" y="615445"/>
            <a:chExt cx="3947441" cy="1200912"/>
          </a:xfrm>
        </p:grpSpPr>
        <p:sp>
          <p:nvSpPr>
            <p:cNvPr id="30" name="テキスト ボックス 29"/>
            <p:cNvSpPr txBox="1"/>
            <p:nvPr/>
          </p:nvSpPr>
          <p:spPr>
            <a:xfrm>
              <a:off x="3253232" y="615445"/>
              <a:ext cx="7768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dirty="0" smtClean="0"/>
                <a:t>Step.4</a:t>
              </a:r>
              <a:endParaRPr kumimoji="1" lang="ja-JP" altLang="en-US" dirty="0"/>
            </a:p>
          </p:txBody>
        </p:sp>
        <p:grpSp>
          <p:nvGrpSpPr>
            <p:cNvPr id="31" name="グループ化 30"/>
            <p:cNvGrpSpPr/>
            <p:nvPr/>
          </p:nvGrpSpPr>
          <p:grpSpPr>
            <a:xfrm>
              <a:off x="3469946" y="1045403"/>
              <a:ext cx="3730727" cy="770954"/>
              <a:chOff x="6930708" y="2024660"/>
              <a:chExt cx="3730727" cy="770954"/>
            </a:xfrm>
          </p:grpSpPr>
          <p:grpSp>
            <p:nvGrpSpPr>
              <p:cNvPr id="33" name="グループ化 32"/>
              <p:cNvGrpSpPr/>
              <p:nvPr/>
            </p:nvGrpSpPr>
            <p:grpSpPr>
              <a:xfrm>
                <a:off x="7183059" y="2102322"/>
                <a:ext cx="2615891" cy="615629"/>
                <a:chOff x="7273486" y="2102323"/>
                <a:chExt cx="2615891" cy="615629"/>
              </a:xfrm>
            </p:grpSpPr>
            <p:sp>
              <p:nvSpPr>
                <p:cNvPr id="34" name="テキスト ボックス 33"/>
                <p:cNvSpPr txBox="1"/>
                <p:nvPr/>
              </p:nvSpPr>
              <p:spPr>
                <a:xfrm>
                  <a:off x="8150311" y="2225471"/>
                  <a:ext cx="173906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dirty="0" smtClean="0"/>
                    <a:t>Validation Check</a:t>
                  </a:r>
                  <a:endParaRPr lang="ja-JP" altLang="en-US" dirty="0"/>
                </a:p>
              </p:txBody>
            </p:sp>
            <p:pic>
              <p:nvPicPr>
                <p:cNvPr id="35" name="図 34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273486" y="2102323"/>
                  <a:ext cx="615629" cy="615629"/>
                </a:xfrm>
                <a:prstGeom prst="rect">
                  <a:avLst/>
                </a:prstGeom>
              </p:spPr>
            </p:pic>
          </p:grpSp>
          <p:sp>
            <p:nvSpPr>
              <p:cNvPr id="32" name="角丸四角形 31"/>
              <p:cNvSpPr/>
              <p:nvPr/>
            </p:nvSpPr>
            <p:spPr>
              <a:xfrm>
                <a:off x="6930708" y="2024660"/>
                <a:ext cx="3730727" cy="770954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56" name="下矢印 55"/>
          <p:cNvSpPr/>
          <p:nvPr/>
        </p:nvSpPr>
        <p:spPr>
          <a:xfrm>
            <a:off x="2687696" y="5419899"/>
            <a:ext cx="1165575" cy="630766"/>
          </a:xfrm>
          <a:prstGeom prst="downArrow">
            <a:avLst/>
          </a:prstGeom>
          <a:solidFill>
            <a:schemeClr val="accent1">
              <a:alpha val="69000"/>
            </a:schemeClr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2" name="グループ化 21"/>
          <p:cNvGrpSpPr/>
          <p:nvPr/>
        </p:nvGrpSpPr>
        <p:grpSpPr>
          <a:xfrm>
            <a:off x="1138446" y="4218989"/>
            <a:ext cx="3947441" cy="1200912"/>
            <a:chOff x="3253232" y="615445"/>
            <a:chExt cx="3947441" cy="1200912"/>
          </a:xfrm>
        </p:grpSpPr>
        <p:sp>
          <p:nvSpPr>
            <p:cNvPr id="23" name="テキスト ボックス 22"/>
            <p:cNvSpPr txBox="1"/>
            <p:nvPr/>
          </p:nvSpPr>
          <p:spPr>
            <a:xfrm>
              <a:off x="3253232" y="615445"/>
              <a:ext cx="7768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dirty="0" smtClean="0"/>
                <a:t>Step.3</a:t>
              </a:r>
              <a:endParaRPr kumimoji="1" lang="ja-JP" altLang="en-US" dirty="0"/>
            </a:p>
          </p:txBody>
        </p:sp>
        <p:grpSp>
          <p:nvGrpSpPr>
            <p:cNvPr id="24" name="グループ化 23"/>
            <p:cNvGrpSpPr/>
            <p:nvPr/>
          </p:nvGrpSpPr>
          <p:grpSpPr>
            <a:xfrm>
              <a:off x="3469946" y="1045403"/>
              <a:ext cx="3730727" cy="770954"/>
              <a:chOff x="6930708" y="2024660"/>
              <a:chExt cx="3730727" cy="770954"/>
            </a:xfrm>
          </p:grpSpPr>
          <p:grpSp>
            <p:nvGrpSpPr>
              <p:cNvPr id="26" name="グループ化 25"/>
              <p:cNvGrpSpPr/>
              <p:nvPr/>
            </p:nvGrpSpPr>
            <p:grpSpPr>
              <a:xfrm>
                <a:off x="7183059" y="2102322"/>
                <a:ext cx="2664046" cy="615629"/>
                <a:chOff x="7273486" y="2102323"/>
                <a:chExt cx="2664046" cy="615629"/>
              </a:xfrm>
            </p:grpSpPr>
            <p:sp>
              <p:nvSpPr>
                <p:cNvPr id="27" name="テキスト ボックス 26"/>
                <p:cNvSpPr txBox="1"/>
                <p:nvPr/>
              </p:nvSpPr>
              <p:spPr>
                <a:xfrm>
                  <a:off x="8150311" y="2225471"/>
                  <a:ext cx="17872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dirty="0" err="1" smtClean="0"/>
                    <a:t>Datastore</a:t>
                  </a:r>
                  <a:r>
                    <a:rPr lang="en-US" altLang="ja-JP" dirty="0" smtClean="0"/>
                    <a:t> Mount</a:t>
                  </a:r>
                  <a:endParaRPr lang="ja-JP" altLang="en-US" dirty="0"/>
                </a:p>
              </p:txBody>
            </p:sp>
            <p:pic>
              <p:nvPicPr>
                <p:cNvPr id="28" name="図 27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273486" y="2102323"/>
                  <a:ext cx="615629" cy="615629"/>
                </a:xfrm>
                <a:prstGeom prst="rect">
                  <a:avLst/>
                </a:prstGeom>
              </p:spPr>
            </p:pic>
          </p:grpSp>
          <p:sp>
            <p:nvSpPr>
              <p:cNvPr id="25" name="角丸四角形 24"/>
              <p:cNvSpPr/>
              <p:nvPr/>
            </p:nvSpPr>
            <p:spPr>
              <a:xfrm>
                <a:off x="6930708" y="2024660"/>
                <a:ext cx="3730727" cy="770954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87010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109</Words>
  <Application>Microsoft Office PowerPoint</Application>
  <PresentationFormat>ワイド画面</PresentationFormat>
  <Paragraphs>49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9" baseType="lpstr">
      <vt:lpstr>ＭＳ Ｐゴシック</vt:lpstr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Microsoft アカウント</dc:creator>
  <cp:lastModifiedBy>Microsoft アカウント</cp:lastModifiedBy>
  <cp:revision>15</cp:revision>
  <dcterms:created xsi:type="dcterms:W3CDTF">2026-03-08T03:51:08Z</dcterms:created>
  <dcterms:modified xsi:type="dcterms:W3CDTF">2026-03-10T15:28:28Z</dcterms:modified>
</cp:coreProperties>
</file>