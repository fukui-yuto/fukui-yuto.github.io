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434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13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70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81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95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4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88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97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25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69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14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18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2905F-A56B-40B5-936F-87950896537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7D939-EF39-4355-9566-7B0D0FB9BD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0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グループ化 55"/>
          <p:cNvGrpSpPr/>
          <p:nvPr/>
        </p:nvGrpSpPr>
        <p:grpSpPr>
          <a:xfrm>
            <a:off x="5290205" y="-433562"/>
            <a:ext cx="7900559" cy="7291562"/>
            <a:chOff x="1879348" y="-206807"/>
            <a:chExt cx="7900559" cy="7291562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6644" y="3161777"/>
              <a:ext cx="952500" cy="952500"/>
            </a:xfrm>
            <a:prstGeom prst="rect">
              <a:avLst/>
            </a:prstGeom>
          </p:spPr>
        </p:pic>
        <p:grpSp>
          <p:nvGrpSpPr>
            <p:cNvPr id="20" name="グループ化 19"/>
            <p:cNvGrpSpPr>
              <a:grpSpLocks noChangeAspect="1"/>
            </p:cNvGrpSpPr>
            <p:nvPr/>
          </p:nvGrpSpPr>
          <p:grpSpPr>
            <a:xfrm>
              <a:off x="5212829" y="-206807"/>
              <a:ext cx="4567078" cy="2371416"/>
              <a:chOff x="4043522" y="-101911"/>
              <a:chExt cx="6286500" cy="3264211"/>
            </a:xfrm>
          </p:grpSpPr>
          <p:sp>
            <p:nvSpPr>
              <p:cNvPr id="19" name="角丸四角形 18"/>
              <p:cNvSpPr/>
              <p:nvPr/>
            </p:nvSpPr>
            <p:spPr>
              <a:xfrm>
                <a:off x="4043522" y="446075"/>
                <a:ext cx="6286500" cy="2716225"/>
              </a:xfrm>
              <a:prstGeom prst="roundRect">
                <a:avLst/>
              </a:prstGeom>
              <a:solidFill>
                <a:schemeClr val="bg1">
                  <a:lumMod val="95000"/>
                  <a:alpha val="37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テキスト ボックス 10"/>
              <p:cNvSpPr txBox="1"/>
              <p:nvPr/>
            </p:nvSpPr>
            <p:spPr>
              <a:xfrm>
                <a:off x="6508387" y="-101911"/>
                <a:ext cx="1356769" cy="508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 smtClean="0"/>
                  <a:t>Prod.1</a:t>
                </a:r>
                <a:endParaRPr kumimoji="1" lang="ja-JP" altLang="en-US" dirty="0"/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6471141" y="463701"/>
                <a:ext cx="1293454" cy="1192916"/>
                <a:chOff x="6661641" y="448781"/>
                <a:chExt cx="1293454" cy="1192916"/>
              </a:xfrm>
            </p:grpSpPr>
            <p:pic>
              <p:nvPicPr>
                <p:cNvPr id="13" name="図 1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85286" y="795531"/>
                  <a:ext cx="846166" cy="846166"/>
                </a:xfrm>
                <a:prstGeom prst="rect">
                  <a:avLst/>
                </a:prstGeom>
              </p:spPr>
            </p:pic>
            <p:sp>
              <p:nvSpPr>
                <p:cNvPr id="14" name="テキスト ボックス 13"/>
                <p:cNvSpPr txBox="1"/>
                <p:nvPr/>
              </p:nvSpPr>
              <p:spPr>
                <a:xfrm>
                  <a:off x="6661641" y="448781"/>
                  <a:ext cx="1293454" cy="3601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050" dirty="0" smtClean="0"/>
                    <a:t>Syslog Server</a:t>
                  </a:r>
                  <a:endParaRPr kumimoji="1" lang="ja-JP" altLang="en-US" sz="1050" dirty="0"/>
                </a:p>
              </p:txBody>
            </p:sp>
          </p:grpSp>
          <p:grpSp>
            <p:nvGrpSpPr>
              <p:cNvPr id="17" name="グループ化 16"/>
              <p:cNvGrpSpPr>
                <a:grpSpLocks noChangeAspect="1"/>
              </p:cNvGrpSpPr>
              <p:nvPr/>
            </p:nvGrpSpPr>
            <p:grpSpPr>
              <a:xfrm>
                <a:off x="4887523" y="1823913"/>
                <a:ext cx="4598498" cy="1130852"/>
                <a:chOff x="4374052" y="1505122"/>
                <a:chExt cx="6055647" cy="1489191"/>
              </a:xfrm>
            </p:grpSpPr>
            <p:pic>
              <p:nvPicPr>
                <p:cNvPr id="6" name="図 5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74052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7" name="図 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15666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8" name="図 7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7280" y="1505122"/>
                  <a:ext cx="1489191" cy="1489191"/>
                </a:xfrm>
                <a:prstGeom prst="rect">
                  <a:avLst/>
                </a:prstGeom>
              </p:spPr>
            </p:pic>
            <p:sp>
              <p:nvSpPr>
                <p:cNvPr id="15" name="テキスト ボックス 14"/>
                <p:cNvSpPr txBox="1"/>
                <p:nvPr/>
              </p:nvSpPr>
              <p:spPr>
                <a:xfrm>
                  <a:off x="8117921" y="1945739"/>
                  <a:ext cx="851137" cy="6079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2400" dirty="0" smtClean="0"/>
                    <a:t>・・・</a:t>
                  </a:r>
                  <a:endParaRPr kumimoji="1" lang="ja-JP" altLang="en-US" sz="2400" dirty="0"/>
                </a:p>
              </p:txBody>
            </p:sp>
            <p:pic>
              <p:nvPicPr>
                <p:cNvPr id="16" name="図 15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40508" y="1505122"/>
                  <a:ext cx="1489191" cy="148919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" name="グループ化 20"/>
            <p:cNvGrpSpPr>
              <a:grpSpLocks noChangeAspect="1"/>
            </p:cNvGrpSpPr>
            <p:nvPr/>
          </p:nvGrpSpPr>
          <p:grpSpPr>
            <a:xfrm>
              <a:off x="5162770" y="2294845"/>
              <a:ext cx="4567078" cy="2329837"/>
              <a:chOff x="4043522" y="-44678"/>
              <a:chExt cx="6286500" cy="3206978"/>
            </a:xfrm>
          </p:grpSpPr>
          <p:sp>
            <p:nvSpPr>
              <p:cNvPr id="22" name="角丸四角形 21"/>
              <p:cNvSpPr/>
              <p:nvPr/>
            </p:nvSpPr>
            <p:spPr>
              <a:xfrm>
                <a:off x="4043522" y="446075"/>
                <a:ext cx="6286500" cy="2716225"/>
              </a:xfrm>
              <a:prstGeom prst="roundRect">
                <a:avLst/>
              </a:prstGeom>
              <a:solidFill>
                <a:schemeClr val="bg1">
                  <a:lumMod val="95000"/>
                  <a:alpha val="37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/>
              <p:cNvSpPr txBox="1"/>
              <p:nvPr/>
            </p:nvSpPr>
            <p:spPr>
              <a:xfrm>
                <a:off x="6540046" y="-44678"/>
                <a:ext cx="1356769" cy="508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 smtClean="0"/>
                  <a:t>Prod.2</a:t>
                </a:r>
                <a:endParaRPr kumimoji="1" lang="ja-JP" altLang="en-US" dirty="0"/>
              </a:p>
            </p:txBody>
          </p:sp>
          <p:grpSp>
            <p:nvGrpSpPr>
              <p:cNvPr id="24" name="グループ化 23"/>
              <p:cNvGrpSpPr/>
              <p:nvPr/>
            </p:nvGrpSpPr>
            <p:grpSpPr>
              <a:xfrm>
                <a:off x="6471141" y="463701"/>
                <a:ext cx="1293454" cy="1192916"/>
                <a:chOff x="6661641" y="448781"/>
                <a:chExt cx="1293454" cy="1192916"/>
              </a:xfrm>
            </p:grpSpPr>
            <p:pic>
              <p:nvPicPr>
                <p:cNvPr id="31" name="図 30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85286" y="795531"/>
                  <a:ext cx="846166" cy="846166"/>
                </a:xfrm>
                <a:prstGeom prst="rect">
                  <a:avLst/>
                </a:prstGeom>
              </p:spPr>
            </p:pic>
            <p:sp>
              <p:nvSpPr>
                <p:cNvPr id="32" name="テキスト ボックス 31"/>
                <p:cNvSpPr txBox="1"/>
                <p:nvPr/>
              </p:nvSpPr>
              <p:spPr>
                <a:xfrm>
                  <a:off x="6661641" y="448781"/>
                  <a:ext cx="1293454" cy="3601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050" dirty="0" smtClean="0"/>
                    <a:t>Syslog Server</a:t>
                  </a:r>
                  <a:endParaRPr kumimoji="1" lang="ja-JP" altLang="en-US" sz="1050" dirty="0"/>
                </a:p>
              </p:txBody>
            </p:sp>
          </p:grpSp>
          <p:grpSp>
            <p:nvGrpSpPr>
              <p:cNvPr id="25" name="グループ化 24"/>
              <p:cNvGrpSpPr>
                <a:grpSpLocks noChangeAspect="1"/>
              </p:cNvGrpSpPr>
              <p:nvPr/>
            </p:nvGrpSpPr>
            <p:grpSpPr>
              <a:xfrm>
                <a:off x="4887523" y="1823913"/>
                <a:ext cx="4598498" cy="1130852"/>
                <a:chOff x="4374052" y="1505122"/>
                <a:chExt cx="6055647" cy="1489191"/>
              </a:xfrm>
            </p:grpSpPr>
            <p:pic>
              <p:nvPicPr>
                <p:cNvPr id="26" name="図 25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74052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27" name="図 2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15666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28" name="図 27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7280" y="1505122"/>
                  <a:ext cx="1489191" cy="1489191"/>
                </a:xfrm>
                <a:prstGeom prst="rect">
                  <a:avLst/>
                </a:prstGeom>
              </p:spPr>
            </p:pic>
            <p:sp>
              <p:nvSpPr>
                <p:cNvPr id="29" name="テキスト ボックス 28"/>
                <p:cNvSpPr txBox="1"/>
                <p:nvPr/>
              </p:nvSpPr>
              <p:spPr>
                <a:xfrm>
                  <a:off x="8117921" y="1945739"/>
                  <a:ext cx="851137" cy="6079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2400" dirty="0" smtClean="0"/>
                    <a:t>・・・</a:t>
                  </a:r>
                  <a:endParaRPr kumimoji="1" lang="ja-JP" altLang="en-US" sz="2400" dirty="0"/>
                </a:p>
              </p:txBody>
            </p:sp>
            <p:pic>
              <p:nvPicPr>
                <p:cNvPr id="30" name="図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40508" y="1505122"/>
                  <a:ext cx="1489191" cy="148919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3" name="グループ化 32"/>
            <p:cNvGrpSpPr>
              <a:grpSpLocks noChangeAspect="1"/>
            </p:cNvGrpSpPr>
            <p:nvPr/>
          </p:nvGrpSpPr>
          <p:grpSpPr>
            <a:xfrm>
              <a:off x="5112711" y="4742113"/>
              <a:ext cx="4567078" cy="2342642"/>
              <a:chOff x="4043522" y="-62304"/>
              <a:chExt cx="6286500" cy="3224604"/>
            </a:xfrm>
          </p:grpSpPr>
          <p:sp>
            <p:nvSpPr>
              <p:cNvPr id="34" name="角丸四角形 33"/>
              <p:cNvSpPr/>
              <p:nvPr/>
            </p:nvSpPr>
            <p:spPr>
              <a:xfrm>
                <a:off x="4043522" y="446075"/>
                <a:ext cx="6286500" cy="2716225"/>
              </a:xfrm>
              <a:prstGeom prst="roundRect">
                <a:avLst/>
              </a:prstGeom>
              <a:solidFill>
                <a:schemeClr val="bg1">
                  <a:lumMod val="95000"/>
                  <a:alpha val="37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6577292" y="-62304"/>
                <a:ext cx="1356769" cy="508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 smtClean="0"/>
                  <a:t>Prod.3</a:t>
                </a:r>
                <a:endParaRPr kumimoji="1" lang="ja-JP" altLang="en-US" dirty="0"/>
              </a:p>
            </p:txBody>
          </p:sp>
          <p:grpSp>
            <p:nvGrpSpPr>
              <p:cNvPr id="36" name="グループ化 35"/>
              <p:cNvGrpSpPr/>
              <p:nvPr/>
            </p:nvGrpSpPr>
            <p:grpSpPr>
              <a:xfrm>
                <a:off x="6471141" y="463701"/>
                <a:ext cx="1293454" cy="1192916"/>
                <a:chOff x="6661641" y="448781"/>
                <a:chExt cx="1293454" cy="1192916"/>
              </a:xfrm>
            </p:grpSpPr>
            <p:pic>
              <p:nvPicPr>
                <p:cNvPr id="43" name="図 4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85286" y="795531"/>
                  <a:ext cx="846166" cy="846166"/>
                </a:xfrm>
                <a:prstGeom prst="rect">
                  <a:avLst/>
                </a:prstGeom>
              </p:spPr>
            </p:pic>
            <p:sp>
              <p:nvSpPr>
                <p:cNvPr id="44" name="テキスト ボックス 43"/>
                <p:cNvSpPr txBox="1"/>
                <p:nvPr/>
              </p:nvSpPr>
              <p:spPr>
                <a:xfrm>
                  <a:off x="6661641" y="448781"/>
                  <a:ext cx="1293454" cy="3601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050" dirty="0" smtClean="0"/>
                    <a:t>Syslog Server</a:t>
                  </a:r>
                  <a:endParaRPr kumimoji="1" lang="ja-JP" altLang="en-US" sz="1050" dirty="0"/>
                </a:p>
              </p:txBody>
            </p:sp>
          </p:grpSp>
          <p:grpSp>
            <p:nvGrpSpPr>
              <p:cNvPr id="37" name="グループ化 36"/>
              <p:cNvGrpSpPr>
                <a:grpSpLocks noChangeAspect="1"/>
              </p:cNvGrpSpPr>
              <p:nvPr/>
            </p:nvGrpSpPr>
            <p:grpSpPr>
              <a:xfrm>
                <a:off x="4887523" y="1823913"/>
                <a:ext cx="4598498" cy="1130852"/>
                <a:chOff x="4374052" y="1505122"/>
                <a:chExt cx="6055647" cy="1489191"/>
              </a:xfrm>
            </p:grpSpPr>
            <p:pic>
              <p:nvPicPr>
                <p:cNvPr id="38" name="図 37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74052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39" name="図 3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15666" y="1505122"/>
                  <a:ext cx="1489191" cy="1489191"/>
                </a:xfrm>
                <a:prstGeom prst="rect">
                  <a:avLst/>
                </a:prstGeom>
              </p:spPr>
            </p:pic>
            <p:pic>
              <p:nvPicPr>
                <p:cNvPr id="40" name="図 3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7280" y="1505122"/>
                  <a:ext cx="1489191" cy="1489191"/>
                </a:xfrm>
                <a:prstGeom prst="rect">
                  <a:avLst/>
                </a:prstGeom>
              </p:spPr>
            </p:pic>
            <p:sp>
              <p:nvSpPr>
                <p:cNvPr id="41" name="テキスト ボックス 40"/>
                <p:cNvSpPr txBox="1"/>
                <p:nvPr/>
              </p:nvSpPr>
              <p:spPr>
                <a:xfrm>
                  <a:off x="8117921" y="1945739"/>
                  <a:ext cx="851137" cy="6079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2400" dirty="0" smtClean="0"/>
                    <a:t>・・・</a:t>
                  </a:r>
                  <a:endParaRPr kumimoji="1" lang="ja-JP" altLang="en-US" sz="2400" dirty="0"/>
                </a:p>
              </p:txBody>
            </p:sp>
            <p:pic>
              <p:nvPicPr>
                <p:cNvPr id="42" name="図 41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40508" y="1505122"/>
                  <a:ext cx="1489191" cy="1489191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6" name="直線矢印コネクタ 45"/>
            <p:cNvCxnSpPr>
              <a:stCxn id="4" idx="3"/>
            </p:cNvCxnSpPr>
            <p:nvPr/>
          </p:nvCxnSpPr>
          <p:spPr>
            <a:xfrm flipV="1">
              <a:off x="3369144" y="713556"/>
              <a:ext cx="3625163" cy="292447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矢印コネクタ 46"/>
            <p:cNvCxnSpPr>
              <a:stCxn id="4" idx="3"/>
            </p:cNvCxnSpPr>
            <p:nvPr/>
          </p:nvCxnSpPr>
          <p:spPr>
            <a:xfrm flipV="1">
              <a:off x="3369144" y="3161777"/>
              <a:ext cx="3607325" cy="47625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矢印コネクタ 51"/>
            <p:cNvCxnSpPr>
              <a:stCxn id="4" idx="3"/>
            </p:cNvCxnSpPr>
            <p:nvPr/>
          </p:nvCxnSpPr>
          <p:spPr>
            <a:xfrm>
              <a:off x="3369144" y="3638027"/>
              <a:ext cx="3557266" cy="199974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/>
            <p:cNvSpPr txBox="1"/>
            <p:nvPr/>
          </p:nvSpPr>
          <p:spPr>
            <a:xfrm>
              <a:off x="1879348" y="4296548"/>
              <a:ext cx="2477794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 smtClean="0"/>
                <a:t>3 Steps finished</a:t>
              </a:r>
            </a:p>
            <a:p>
              <a:pPr marL="342900" indent="-342900">
                <a:buAutoNum type="arabicPeriod"/>
              </a:pPr>
              <a:r>
                <a:rPr kumimoji="1" lang="en-US" altLang="ja-JP" sz="2800" dirty="0" smtClean="0"/>
                <a:t>Deploy</a:t>
              </a:r>
            </a:p>
            <a:p>
              <a:pPr marL="342900" indent="-342900">
                <a:buAutoNum type="arabicPeriod"/>
              </a:pPr>
              <a:r>
                <a:rPr lang="en-US" altLang="ja-JP" sz="2800" dirty="0" smtClean="0"/>
                <a:t>Configure</a:t>
              </a:r>
            </a:p>
            <a:p>
              <a:pPr marL="342900" indent="-342900">
                <a:buAutoNum type="arabicPeriod"/>
              </a:pPr>
              <a:r>
                <a:rPr lang="en-US" altLang="ja-JP" sz="2800" dirty="0" smtClean="0"/>
                <a:t>Check</a:t>
              </a:r>
              <a:endParaRPr kumimoji="1" lang="ja-JP" altLang="en-US" sz="2800" dirty="0"/>
            </a:p>
          </p:txBody>
        </p:sp>
      </p:grpSp>
      <p:sp>
        <p:nvSpPr>
          <p:cNvPr id="101" name="テキスト ボックス 100"/>
          <p:cNvSpPr txBox="1"/>
          <p:nvPr/>
        </p:nvSpPr>
        <p:spPr>
          <a:xfrm>
            <a:off x="-78538" y="-1355746"/>
            <a:ext cx="1420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/>
              <a:t>Before</a:t>
            </a:r>
            <a:endParaRPr kumimoji="1" lang="ja-JP" altLang="en-US" sz="3600" dirty="0"/>
          </a:p>
        </p:txBody>
      </p:sp>
      <p:grpSp>
        <p:nvGrpSpPr>
          <p:cNvPr id="59" name="グループ化 58"/>
          <p:cNvGrpSpPr>
            <a:grpSpLocks noChangeAspect="1"/>
          </p:cNvGrpSpPr>
          <p:nvPr/>
        </p:nvGrpSpPr>
        <p:grpSpPr>
          <a:xfrm>
            <a:off x="21580" y="-433562"/>
            <a:ext cx="4567078" cy="2371416"/>
            <a:chOff x="4043522" y="-101911"/>
            <a:chExt cx="6286500" cy="3264211"/>
          </a:xfrm>
        </p:grpSpPr>
        <p:sp>
          <p:nvSpPr>
            <p:cNvPr id="88" name="角丸四角形 87"/>
            <p:cNvSpPr/>
            <p:nvPr/>
          </p:nvSpPr>
          <p:spPr>
            <a:xfrm>
              <a:off x="4043522" y="446075"/>
              <a:ext cx="6286500" cy="2716225"/>
            </a:xfrm>
            <a:prstGeom prst="roundRect">
              <a:avLst/>
            </a:prstGeom>
            <a:solidFill>
              <a:schemeClr val="bg1">
                <a:lumMod val="95000"/>
                <a:alpha val="37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テキスト ボックス 88"/>
            <p:cNvSpPr txBox="1"/>
            <p:nvPr/>
          </p:nvSpPr>
          <p:spPr>
            <a:xfrm>
              <a:off x="6508387" y="-101911"/>
              <a:ext cx="1356769" cy="508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smtClean="0"/>
                <a:t>Prod.1</a:t>
              </a:r>
              <a:endParaRPr kumimoji="1" lang="ja-JP" altLang="en-US" dirty="0"/>
            </a:p>
          </p:txBody>
        </p:sp>
        <p:grpSp>
          <p:nvGrpSpPr>
            <p:cNvPr id="90" name="グループ化 89"/>
            <p:cNvGrpSpPr/>
            <p:nvPr/>
          </p:nvGrpSpPr>
          <p:grpSpPr>
            <a:xfrm>
              <a:off x="6471141" y="463701"/>
              <a:ext cx="1293454" cy="1192916"/>
              <a:chOff x="6661641" y="448781"/>
              <a:chExt cx="1293454" cy="1192916"/>
            </a:xfrm>
          </p:grpSpPr>
          <p:pic>
            <p:nvPicPr>
              <p:cNvPr id="97" name="図 9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5286" y="795531"/>
                <a:ext cx="846166" cy="846166"/>
              </a:xfrm>
              <a:prstGeom prst="rect">
                <a:avLst/>
              </a:prstGeom>
            </p:spPr>
          </p:pic>
          <p:sp>
            <p:nvSpPr>
              <p:cNvPr id="98" name="テキスト ボックス 97"/>
              <p:cNvSpPr txBox="1"/>
              <p:nvPr/>
            </p:nvSpPr>
            <p:spPr>
              <a:xfrm>
                <a:off x="6661641" y="448781"/>
                <a:ext cx="1293454" cy="3601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050" dirty="0" smtClean="0"/>
                  <a:t>Syslog Server</a:t>
                </a:r>
                <a:endParaRPr kumimoji="1" lang="ja-JP" altLang="en-US" sz="1050" dirty="0"/>
              </a:p>
            </p:txBody>
          </p:sp>
        </p:grpSp>
        <p:grpSp>
          <p:nvGrpSpPr>
            <p:cNvPr id="91" name="グループ化 90"/>
            <p:cNvGrpSpPr>
              <a:grpSpLocks noChangeAspect="1"/>
            </p:cNvGrpSpPr>
            <p:nvPr/>
          </p:nvGrpSpPr>
          <p:grpSpPr>
            <a:xfrm>
              <a:off x="4887523" y="1823913"/>
              <a:ext cx="4598498" cy="1130852"/>
              <a:chOff x="4374052" y="1505122"/>
              <a:chExt cx="6055647" cy="1489191"/>
            </a:xfrm>
          </p:grpSpPr>
          <p:pic>
            <p:nvPicPr>
              <p:cNvPr id="92" name="図 9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4052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93" name="図 9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5666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94" name="図 9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7280" y="1505122"/>
                <a:ext cx="1489191" cy="1489191"/>
              </a:xfrm>
              <a:prstGeom prst="rect">
                <a:avLst/>
              </a:prstGeom>
            </p:spPr>
          </p:pic>
          <p:sp>
            <p:nvSpPr>
              <p:cNvPr id="95" name="テキスト ボックス 94"/>
              <p:cNvSpPr txBox="1"/>
              <p:nvPr/>
            </p:nvSpPr>
            <p:spPr>
              <a:xfrm>
                <a:off x="8117921" y="1945739"/>
                <a:ext cx="851137" cy="607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 smtClean="0"/>
                  <a:t>・・・</a:t>
                </a:r>
                <a:endParaRPr kumimoji="1" lang="ja-JP" altLang="en-US" sz="2400" dirty="0"/>
              </a:p>
            </p:txBody>
          </p:sp>
          <p:pic>
            <p:nvPicPr>
              <p:cNvPr id="96" name="図 9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0508" y="1505122"/>
                <a:ext cx="1489191" cy="1489191"/>
              </a:xfrm>
              <a:prstGeom prst="rect">
                <a:avLst/>
              </a:prstGeom>
            </p:spPr>
          </p:pic>
        </p:grpSp>
      </p:grpSp>
      <p:grpSp>
        <p:nvGrpSpPr>
          <p:cNvPr id="60" name="グループ化 59"/>
          <p:cNvGrpSpPr>
            <a:grpSpLocks noChangeAspect="1"/>
          </p:cNvGrpSpPr>
          <p:nvPr/>
        </p:nvGrpSpPr>
        <p:grpSpPr>
          <a:xfrm>
            <a:off x="-28479" y="2068090"/>
            <a:ext cx="4567078" cy="2329837"/>
            <a:chOff x="4043522" y="-44678"/>
            <a:chExt cx="6286500" cy="3206978"/>
          </a:xfrm>
        </p:grpSpPr>
        <p:sp>
          <p:nvSpPr>
            <p:cNvPr id="77" name="角丸四角形 76"/>
            <p:cNvSpPr/>
            <p:nvPr/>
          </p:nvSpPr>
          <p:spPr>
            <a:xfrm>
              <a:off x="4043522" y="446075"/>
              <a:ext cx="6286500" cy="2716225"/>
            </a:xfrm>
            <a:prstGeom prst="roundRect">
              <a:avLst/>
            </a:prstGeom>
            <a:solidFill>
              <a:schemeClr val="bg1">
                <a:lumMod val="95000"/>
                <a:alpha val="37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テキスト ボックス 77"/>
            <p:cNvSpPr txBox="1"/>
            <p:nvPr/>
          </p:nvSpPr>
          <p:spPr>
            <a:xfrm>
              <a:off x="6540046" y="-44678"/>
              <a:ext cx="1356769" cy="508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smtClean="0"/>
                <a:t>Prod.2</a:t>
              </a:r>
              <a:endParaRPr kumimoji="1" lang="ja-JP" altLang="en-US" dirty="0"/>
            </a:p>
          </p:txBody>
        </p:sp>
        <p:grpSp>
          <p:nvGrpSpPr>
            <p:cNvPr id="79" name="グループ化 78"/>
            <p:cNvGrpSpPr/>
            <p:nvPr/>
          </p:nvGrpSpPr>
          <p:grpSpPr>
            <a:xfrm>
              <a:off x="6471141" y="463701"/>
              <a:ext cx="1293454" cy="1192916"/>
              <a:chOff x="6661641" y="448781"/>
              <a:chExt cx="1293454" cy="1192916"/>
            </a:xfrm>
          </p:grpSpPr>
          <p:pic>
            <p:nvPicPr>
              <p:cNvPr id="86" name="図 8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5286" y="795531"/>
                <a:ext cx="846166" cy="846166"/>
              </a:xfrm>
              <a:prstGeom prst="rect">
                <a:avLst/>
              </a:prstGeom>
            </p:spPr>
          </p:pic>
          <p:sp>
            <p:nvSpPr>
              <p:cNvPr id="87" name="テキスト ボックス 86"/>
              <p:cNvSpPr txBox="1"/>
              <p:nvPr/>
            </p:nvSpPr>
            <p:spPr>
              <a:xfrm>
                <a:off x="6661641" y="448781"/>
                <a:ext cx="1293454" cy="3601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050" dirty="0" smtClean="0"/>
                  <a:t>Syslog Server</a:t>
                </a:r>
                <a:endParaRPr kumimoji="1" lang="ja-JP" altLang="en-US" sz="1050" dirty="0"/>
              </a:p>
            </p:txBody>
          </p:sp>
        </p:grpSp>
        <p:grpSp>
          <p:nvGrpSpPr>
            <p:cNvPr id="80" name="グループ化 79"/>
            <p:cNvGrpSpPr>
              <a:grpSpLocks noChangeAspect="1"/>
            </p:cNvGrpSpPr>
            <p:nvPr/>
          </p:nvGrpSpPr>
          <p:grpSpPr>
            <a:xfrm>
              <a:off x="4887523" y="1823913"/>
              <a:ext cx="4598498" cy="1130852"/>
              <a:chOff x="4374052" y="1505122"/>
              <a:chExt cx="6055647" cy="1489191"/>
            </a:xfrm>
          </p:grpSpPr>
          <p:pic>
            <p:nvPicPr>
              <p:cNvPr id="81" name="図 8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4052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82" name="図 8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5666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83" name="図 8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7280" y="1505122"/>
                <a:ext cx="1489191" cy="1489191"/>
              </a:xfrm>
              <a:prstGeom prst="rect">
                <a:avLst/>
              </a:prstGeom>
            </p:spPr>
          </p:pic>
          <p:sp>
            <p:nvSpPr>
              <p:cNvPr id="84" name="テキスト ボックス 83"/>
              <p:cNvSpPr txBox="1"/>
              <p:nvPr/>
            </p:nvSpPr>
            <p:spPr>
              <a:xfrm>
                <a:off x="8117921" y="1945739"/>
                <a:ext cx="851137" cy="607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 smtClean="0"/>
                  <a:t>・・・</a:t>
                </a:r>
                <a:endParaRPr kumimoji="1" lang="ja-JP" altLang="en-US" sz="2400" dirty="0"/>
              </a:p>
            </p:txBody>
          </p:sp>
          <p:pic>
            <p:nvPicPr>
              <p:cNvPr id="85" name="図 8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0508" y="1505122"/>
                <a:ext cx="1489191" cy="1489191"/>
              </a:xfrm>
              <a:prstGeom prst="rect">
                <a:avLst/>
              </a:prstGeom>
            </p:spPr>
          </p:pic>
        </p:grpSp>
      </p:grpSp>
      <p:grpSp>
        <p:nvGrpSpPr>
          <p:cNvPr id="61" name="グループ化 60"/>
          <p:cNvGrpSpPr>
            <a:grpSpLocks noChangeAspect="1"/>
          </p:cNvGrpSpPr>
          <p:nvPr/>
        </p:nvGrpSpPr>
        <p:grpSpPr>
          <a:xfrm>
            <a:off x="-78538" y="4515358"/>
            <a:ext cx="4567078" cy="2342642"/>
            <a:chOff x="4043522" y="-62304"/>
            <a:chExt cx="6286500" cy="3224604"/>
          </a:xfrm>
        </p:grpSpPr>
        <p:sp>
          <p:nvSpPr>
            <p:cNvPr id="66" name="角丸四角形 65"/>
            <p:cNvSpPr/>
            <p:nvPr/>
          </p:nvSpPr>
          <p:spPr>
            <a:xfrm>
              <a:off x="4043522" y="446075"/>
              <a:ext cx="6286500" cy="2716225"/>
            </a:xfrm>
            <a:prstGeom prst="roundRect">
              <a:avLst/>
            </a:prstGeom>
            <a:solidFill>
              <a:schemeClr val="bg1">
                <a:lumMod val="95000"/>
                <a:alpha val="37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テキスト ボックス 66"/>
            <p:cNvSpPr txBox="1"/>
            <p:nvPr/>
          </p:nvSpPr>
          <p:spPr>
            <a:xfrm>
              <a:off x="6577292" y="-62304"/>
              <a:ext cx="1356769" cy="508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 smtClean="0"/>
                <a:t>Prod.3</a:t>
              </a:r>
              <a:endParaRPr kumimoji="1" lang="ja-JP" altLang="en-US" dirty="0"/>
            </a:p>
          </p:txBody>
        </p:sp>
        <p:grpSp>
          <p:nvGrpSpPr>
            <p:cNvPr id="68" name="グループ化 67"/>
            <p:cNvGrpSpPr/>
            <p:nvPr/>
          </p:nvGrpSpPr>
          <p:grpSpPr>
            <a:xfrm>
              <a:off x="6471141" y="463701"/>
              <a:ext cx="1293454" cy="1192916"/>
              <a:chOff x="6661641" y="448781"/>
              <a:chExt cx="1293454" cy="1192916"/>
            </a:xfrm>
          </p:grpSpPr>
          <p:pic>
            <p:nvPicPr>
              <p:cNvPr id="75" name="図 7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5286" y="795531"/>
                <a:ext cx="846166" cy="846166"/>
              </a:xfrm>
              <a:prstGeom prst="rect">
                <a:avLst/>
              </a:prstGeom>
            </p:spPr>
          </p:pic>
          <p:sp>
            <p:nvSpPr>
              <p:cNvPr id="76" name="テキスト ボックス 75"/>
              <p:cNvSpPr txBox="1"/>
              <p:nvPr/>
            </p:nvSpPr>
            <p:spPr>
              <a:xfrm>
                <a:off x="6661641" y="448781"/>
                <a:ext cx="1293454" cy="3601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050" dirty="0" smtClean="0"/>
                  <a:t>Syslog Server</a:t>
                </a:r>
                <a:endParaRPr kumimoji="1" lang="ja-JP" altLang="en-US" sz="1050" dirty="0"/>
              </a:p>
            </p:txBody>
          </p:sp>
        </p:grpSp>
        <p:grpSp>
          <p:nvGrpSpPr>
            <p:cNvPr id="69" name="グループ化 68"/>
            <p:cNvGrpSpPr>
              <a:grpSpLocks noChangeAspect="1"/>
            </p:cNvGrpSpPr>
            <p:nvPr/>
          </p:nvGrpSpPr>
          <p:grpSpPr>
            <a:xfrm>
              <a:off x="4887523" y="1823913"/>
              <a:ext cx="4598498" cy="1130852"/>
              <a:chOff x="4374052" y="1505122"/>
              <a:chExt cx="6055647" cy="1489191"/>
            </a:xfrm>
          </p:grpSpPr>
          <p:pic>
            <p:nvPicPr>
              <p:cNvPr id="70" name="図 6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4052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71" name="図 7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5666" y="1505122"/>
                <a:ext cx="1489191" cy="1489191"/>
              </a:xfrm>
              <a:prstGeom prst="rect">
                <a:avLst/>
              </a:prstGeom>
            </p:spPr>
          </p:pic>
          <p:pic>
            <p:nvPicPr>
              <p:cNvPr id="72" name="図 7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7280" y="1505122"/>
                <a:ext cx="1489191" cy="1489191"/>
              </a:xfrm>
              <a:prstGeom prst="rect">
                <a:avLst/>
              </a:prstGeom>
            </p:spPr>
          </p:pic>
          <p:sp>
            <p:nvSpPr>
              <p:cNvPr id="73" name="テキスト ボックス 72"/>
              <p:cNvSpPr txBox="1"/>
              <p:nvPr/>
            </p:nvSpPr>
            <p:spPr>
              <a:xfrm>
                <a:off x="8117921" y="1945739"/>
                <a:ext cx="851137" cy="607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 smtClean="0"/>
                  <a:t>・・・</a:t>
                </a:r>
                <a:endParaRPr kumimoji="1" lang="ja-JP" altLang="en-US" sz="2400" dirty="0"/>
              </a:p>
            </p:txBody>
          </p:sp>
          <p:pic>
            <p:nvPicPr>
              <p:cNvPr id="74" name="図 7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0508" y="1505122"/>
                <a:ext cx="1489191" cy="1489191"/>
              </a:xfrm>
              <a:prstGeom prst="rect">
                <a:avLst/>
              </a:prstGeom>
            </p:spPr>
          </p:pic>
        </p:grpSp>
      </p:grpSp>
      <p:grpSp>
        <p:nvGrpSpPr>
          <p:cNvPr id="103" name="グループ化 102"/>
          <p:cNvGrpSpPr/>
          <p:nvPr/>
        </p:nvGrpSpPr>
        <p:grpSpPr>
          <a:xfrm>
            <a:off x="-3156765" y="29147"/>
            <a:ext cx="4768499" cy="952500"/>
            <a:chOff x="-3156765" y="29147"/>
            <a:chExt cx="4768499" cy="952500"/>
          </a:xfrm>
        </p:grpSpPr>
        <p:cxnSp>
          <p:nvCxnSpPr>
            <p:cNvPr id="62" name="直線矢印コネクタ 61"/>
            <p:cNvCxnSpPr>
              <a:stCxn id="99" idx="3"/>
            </p:cNvCxnSpPr>
            <p:nvPr/>
          </p:nvCxnSpPr>
          <p:spPr>
            <a:xfrm>
              <a:off x="-2204266" y="505397"/>
              <a:ext cx="38160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テキスト ボックス 64"/>
            <p:cNvSpPr txBox="1"/>
            <p:nvPr/>
          </p:nvSpPr>
          <p:spPr>
            <a:xfrm>
              <a:off x="-2247209" y="88135"/>
              <a:ext cx="15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Manual </a:t>
              </a:r>
              <a:r>
                <a:rPr lang="en-US" altLang="ja-JP" dirty="0" err="1" smtClean="0"/>
                <a:t>Maint</a:t>
              </a:r>
              <a:r>
                <a:rPr lang="en-US" altLang="ja-JP" dirty="0" smtClean="0"/>
                <a:t>.</a:t>
              </a:r>
              <a:endParaRPr kumimoji="1" lang="ja-JP" altLang="en-US" dirty="0"/>
            </a:p>
          </p:txBody>
        </p:sp>
        <p:pic>
          <p:nvPicPr>
            <p:cNvPr id="99" name="図 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156765" y="29147"/>
              <a:ext cx="952500" cy="952500"/>
            </a:xfrm>
            <a:prstGeom prst="rect">
              <a:avLst/>
            </a:prstGeom>
          </p:spPr>
        </p:pic>
      </p:grpSp>
      <p:grpSp>
        <p:nvGrpSpPr>
          <p:cNvPr id="104" name="グループ化 103"/>
          <p:cNvGrpSpPr/>
          <p:nvPr/>
        </p:nvGrpSpPr>
        <p:grpSpPr>
          <a:xfrm>
            <a:off x="-3156765" y="2458772"/>
            <a:ext cx="4768499" cy="952500"/>
            <a:chOff x="-3156765" y="29147"/>
            <a:chExt cx="4768499" cy="952500"/>
          </a:xfrm>
        </p:grpSpPr>
        <p:cxnSp>
          <p:nvCxnSpPr>
            <p:cNvPr id="105" name="直線矢印コネクタ 104"/>
            <p:cNvCxnSpPr>
              <a:stCxn id="107" idx="3"/>
            </p:cNvCxnSpPr>
            <p:nvPr/>
          </p:nvCxnSpPr>
          <p:spPr>
            <a:xfrm>
              <a:off x="-2204266" y="505397"/>
              <a:ext cx="38160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テキスト ボックス 105"/>
            <p:cNvSpPr txBox="1"/>
            <p:nvPr/>
          </p:nvSpPr>
          <p:spPr>
            <a:xfrm>
              <a:off x="-2247209" y="88135"/>
              <a:ext cx="15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Manual </a:t>
              </a:r>
              <a:r>
                <a:rPr lang="en-US" altLang="ja-JP" dirty="0" err="1" smtClean="0"/>
                <a:t>Maint</a:t>
              </a:r>
              <a:r>
                <a:rPr lang="en-US" altLang="ja-JP" dirty="0" smtClean="0"/>
                <a:t>.</a:t>
              </a:r>
              <a:endParaRPr kumimoji="1" lang="ja-JP" altLang="en-US" dirty="0"/>
            </a:p>
          </p:txBody>
        </p:sp>
        <p:pic>
          <p:nvPicPr>
            <p:cNvPr id="107" name="図 10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156765" y="29147"/>
              <a:ext cx="952500" cy="952500"/>
            </a:xfrm>
            <a:prstGeom prst="rect">
              <a:avLst/>
            </a:prstGeom>
          </p:spPr>
        </p:pic>
      </p:grpSp>
      <p:grpSp>
        <p:nvGrpSpPr>
          <p:cNvPr id="108" name="グループ化 107"/>
          <p:cNvGrpSpPr/>
          <p:nvPr/>
        </p:nvGrpSpPr>
        <p:grpSpPr>
          <a:xfrm>
            <a:off x="-3156765" y="4888397"/>
            <a:ext cx="4768499" cy="952500"/>
            <a:chOff x="-3156765" y="29147"/>
            <a:chExt cx="4768499" cy="952500"/>
          </a:xfrm>
        </p:grpSpPr>
        <p:cxnSp>
          <p:nvCxnSpPr>
            <p:cNvPr id="109" name="直線矢印コネクタ 108"/>
            <p:cNvCxnSpPr>
              <a:stCxn id="111" idx="3"/>
            </p:cNvCxnSpPr>
            <p:nvPr/>
          </p:nvCxnSpPr>
          <p:spPr>
            <a:xfrm>
              <a:off x="-2204266" y="505397"/>
              <a:ext cx="38160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テキスト ボックス 109"/>
            <p:cNvSpPr txBox="1"/>
            <p:nvPr/>
          </p:nvSpPr>
          <p:spPr>
            <a:xfrm>
              <a:off x="-2247209" y="88135"/>
              <a:ext cx="15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Manual </a:t>
              </a:r>
              <a:r>
                <a:rPr lang="en-US" altLang="ja-JP" dirty="0" err="1" smtClean="0"/>
                <a:t>Maint</a:t>
              </a:r>
              <a:r>
                <a:rPr lang="en-US" altLang="ja-JP" dirty="0" smtClean="0"/>
                <a:t>.</a:t>
              </a:r>
              <a:endParaRPr kumimoji="1" lang="ja-JP" altLang="en-US" dirty="0"/>
            </a:p>
          </p:txBody>
        </p:sp>
        <p:pic>
          <p:nvPicPr>
            <p:cNvPr id="111" name="図 1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156765" y="29147"/>
              <a:ext cx="952500" cy="952500"/>
            </a:xfrm>
            <a:prstGeom prst="rect">
              <a:avLst/>
            </a:prstGeom>
          </p:spPr>
        </p:pic>
      </p:grpSp>
      <p:sp>
        <p:nvSpPr>
          <p:cNvPr id="113" name="テキスト ボックス 112"/>
          <p:cNvSpPr txBox="1"/>
          <p:nvPr/>
        </p:nvSpPr>
        <p:spPr>
          <a:xfrm>
            <a:off x="8634615" y="-1357380"/>
            <a:ext cx="1131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/>
              <a:t>After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9033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角丸四角形 151"/>
          <p:cNvSpPr/>
          <p:nvPr/>
        </p:nvSpPr>
        <p:spPr>
          <a:xfrm>
            <a:off x="1274225" y="1120454"/>
            <a:ext cx="5537014" cy="536603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角丸四角形 148"/>
          <p:cNvSpPr/>
          <p:nvPr/>
        </p:nvSpPr>
        <p:spPr>
          <a:xfrm>
            <a:off x="1441444" y="910662"/>
            <a:ext cx="5537014" cy="536603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角丸四角形 150"/>
          <p:cNvSpPr/>
          <p:nvPr/>
        </p:nvSpPr>
        <p:spPr>
          <a:xfrm>
            <a:off x="1648714" y="698500"/>
            <a:ext cx="5537014" cy="536603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角丸四角形 126"/>
          <p:cNvSpPr/>
          <p:nvPr/>
        </p:nvSpPr>
        <p:spPr>
          <a:xfrm>
            <a:off x="2295074" y="1248266"/>
            <a:ext cx="3730727" cy="1805344"/>
          </a:xfrm>
          <a:prstGeom prst="roundRect">
            <a:avLst/>
          </a:prstGeom>
          <a:solidFill>
            <a:schemeClr val="bg1">
              <a:lumMod val="95000"/>
              <a:alpha val="37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/>
          <p:cNvGrpSpPr/>
          <p:nvPr/>
        </p:nvGrpSpPr>
        <p:grpSpPr>
          <a:xfrm>
            <a:off x="2463538" y="1953197"/>
            <a:ext cx="821553" cy="821552"/>
            <a:chOff x="2463538" y="1953197"/>
            <a:chExt cx="821553" cy="821552"/>
          </a:xfrm>
        </p:grpSpPr>
        <p:sp>
          <p:nvSpPr>
            <p:cNvPr id="3" name="正方形/長方形 2"/>
            <p:cNvSpPr/>
            <p:nvPr/>
          </p:nvSpPr>
          <p:spPr>
            <a:xfrm>
              <a:off x="2621279" y="2270760"/>
              <a:ext cx="487811" cy="503989"/>
            </a:xfrm>
            <a:prstGeom prst="rect">
              <a:avLst/>
            </a:prstGeom>
            <a:solidFill>
              <a:schemeClr val="accent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" name="図 10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3538" y="1953197"/>
              <a:ext cx="821553" cy="821552"/>
            </a:xfrm>
            <a:prstGeom prst="rect">
              <a:avLst/>
            </a:prstGeom>
          </p:spPr>
        </p:pic>
      </p:grpSp>
      <p:sp>
        <p:nvSpPr>
          <p:cNvPr id="116" name="テキスト ボックス 115"/>
          <p:cNvSpPr txBox="1"/>
          <p:nvPr/>
        </p:nvSpPr>
        <p:spPr>
          <a:xfrm>
            <a:off x="4449906" y="2133139"/>
            <a:ext cx="685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・・・</a:t>
            </a:r>
            <a:endParaRPr kumimoji="1" lang="ja-JP" altLang="en-US" sz="2400" dirty="0"/>
          </a:p>
        </p:txBody>
      </p:sp>
      <p:grpSp>
        <p:nvGrpSpPr>
          <p:cNvPr id="118" name="グループ化 117"/>
          <p:cNvGrpSpPr/>
          <p:nvPr/>
        </p:nvGrpSpPr>
        <p:grpSpPr>
          <a:xfrm>
            <a:off x="3087636" y="1953196"/>
            <a:ext cx="821553" cy="821552"/>
            <a:chOff x="2463538" y="1953197"/>
            <a:chExt cx="821553" cy="821552"/>
          </a:xfrm>
        </p:grpSpPr>
        <p:sp>
          <p:nvSpPr>
            <p:cNvPr id="119" name="正方形/長方形 118"/>
            <p:cNvSpPr/>
            <p:nvPr/>
          </p:nvSpPr>
          <p:spPr>
            <a:xfrm>
              <a:off x="2621279" y="2270760"/>
              <a:ext cx="487811" cy="503989"/>
            </a:xfrm>
            <a:prstGeom prst="rect">
              <a:avLst/>
            </a:prstGeom>
            <a:solidFill>
              <a:schemeClr val="accent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0" name="図 1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3538" y="1953197"/>
              <a:ext cx="821553" cy="821552"/>
            </a:xfrm>
            <a:prstGeom prst="rect">
              <a:avLst/>
            </a:prstGeom>
          </p:spPr>
        </p:pic>
      </p:grpSp>
      <p:grpSp>
        <p:nvGrpSpPr>
          <p:cNvPr id="121" name="グループ化 120"/>
          <p:cNvGrpSpPr/>
          <p:nvPr/>
        </p:nvGrpSpPr>
        <p:grpSpPr>
          <a:xfrm>
            <a:off x="3749662" y="1953196"/>
            <a:ext cx="821553" cy="821552"/>
            <a:chOff x="2463538" y="1953197"/>
            <a:chExt cx="821553" cy="821552"/>
          </a:xfrm>
        </p:grpSpPr>
        <p:sp>
          <p:nvSpPr>
            <p:cNvPr id="122" name="正方形/長方形 121"/>
            <p:cNvSpPr/>
            <p:nvPr/>
          </p:nvSpPr>
          <p:spPr>
            <a:xfrm>
              <a:off x="2621279" y="2270760"/>
              <a:ext cx="487811" cy="503989"/>
            </a:xfrm>
            <a:prstGeom prst="rect">
              <a:avLst/>
            </a:prstGeom>
            <a:solidFill>
              <a:schemeClr val="accent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3" name="図 1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3538" y="1953197"/>
              <a:ext cx="821553" cy="821552"/>
            </a:xfrm>
            <a:prstGeom prst="rect">
              <a:avLst/>
            </a:prstGeom>
          </p:spPr>
        </p:pic>
      </p:grpSp>
      <p:grpSp>
        <p:nvGrpSpPr>
          <p:cNvPr id="124" name="グループ化 123"/>
          <p:cNvGrpSpPr/>
          <p:nvPr/>
        </p:nvGrpSpPr>
        <p:grpSpPr>
          <a:xfrm>
            <a:off x="5035786" y="1953196"/>
            <a:ext cx="821553" cy="821552"/>
            <a:chOff x="2463538" y="1953197"/>
            <a:chExt cx="821553" cy="821552"/>
          </a:xfrm>
        </p:grpSpPr>
        <p:sp>
          <p:nvSpPr>
            <p:cNvPr id="125" name="正方形/長方形 124"/>
            <p:cNvSpPr/>
            <p:nvPr/>
          </p:nvSpPr>
          <p:spPr>
            <a:xfrm>
              <a:off x="2621279" y="2270760"/>
              <a:ext cx="487811" cy="503989"/>
            </a:xfrm>
            <a:prstGeom prst="rect">
              <a:avLst/>
            </a:prstGeom>
            <a:solidFill>
              <a:schemeClr val="accent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6" name="図 1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3538" y="1953197"/>
              <a:ext cx="821553" cy="821552"/>
            </a:xfrm>
            <a:prstGeom prst="rect">
              <a:avLst/>
            </a:prstGeom>
          </p:spPr>
        </p:pic>
      </p:grpSp>
      <p:sp>
        <p:nvSpPr>
          <p:cNvPr id="9" name="テキスト ボックス 8"/>
          <p:cNvSpPr txBox="1"/>
          <p:nvPr/>
        </p:nvSpPr>
        <p:spPr>
          <a:xfrm>
            <a:off x="3109090" y="1399198"/>
            <a:ext cx="2113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CPU usage </a:t>
            </a:r>
            <a:r>
              <a:rPr lang="en-US" altLang="ja-JP" dirty="0" smtClean="0"/>
              <a:t>rate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80%</a:t>
            </a:r>
            <a:endParaRPr kumimoji="1" lang="ja-JP" altLang="en-US" dirty="0"/>
          </a:p>
        </p:txBody>
      </p:sp>
      <p:sp>
        <p:nvSpPr>
          <p:cNvPr id="128" name="テキスト ボックス 127"/>
          <p:cNvSpPr txBox="1"/>
          <p:nvPr/>
        </p:nvSpPr>
        <p:spPr>
          <a:xfrm>
            <a:off x="3628574" y="884805"/>
            <a:ext cx="102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Cluster A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2295074" y="3593680"/>
            <a:ext cx="3730727" cy="1805344"/>
          </a:xfrm>
          <a:prstGeom prst="roundRect">
            <a:avLst/>
          </a:prstGeom>
          <a:solidFill>
            <a:schemeClr val="bg1">
              <a:lumMod val="95000"/>
              <a:alpha val="37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正方形/長方形 130"/>
          <p:cNvSpPr/>
          <p:nvPr/>
        </p:nvSpPr>
        <p:spPr>
          <a:xfrm>
            <a:off x="2621279" y="4864101"/>
            <a:ext cx="487811" cy="256062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2" name="図 1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38" y="4298611"/>
            <a:ext cx="821553" cy="821552"/>
          </a:xfrm>
          <a:prstGeom prst="rect">
            <a:avLst/>
          </a:prstGeom>
        </p:spPr>
      </p:pic>
      <p:sp>
        <p:nvSpPr>
          <p:cNvPr id="133" name="テキスト ボックス 132"/>
          <p:cNvSpPr txBox="1"/>
          <p:nvPr/>
        </p:nvSpPr>
        <p:spPr>
          <a:xfrm>
            <a:off x="4449906" y="4478553"/>
            <a:ext cx="685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・・・</a:t>
            </a:r>
            <a:endParaRPr kumimoji="1" lang="ja-JP" altLang="en-US" sz="2400" dirty="0"/>
          </a:p>
        </p:txBody>
      </p:sp>
      <p:sp>
        <p:nvSpPr>
          <p:cNvPr id="135" name="正方形/長方形 134"/>
          <p:cNvSpPr/>
          <p:nvPr/>
        </p:nvSpPr>
        <p:spPr>
          <a:xfrm>
            <a:off x="3245377" y="4864100"/>
            <a:ext cx="487811" cy="256062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6" name="図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36" y="4298610"/>
            <a:ext cx="821553" cy="821552"/>
          </a:xfrm>
          <a:prstGeom prst="rect">
            <a:avLst/>
          </a:prstGeom>
        </p:spPr>
      </p:pic>
      <p:sp>
        <p:nvSpPr>
          <p:cNvPr id="138" name="正方形/長方形 137"/>
          <p:cNvSpPr/>
          <p:nvPr/>
        </p:nvSpPr>
        <p:spPr>
          <a:xfrm>
            <a:off x="3907403" y="4864100"/>
            <a:ext cx="487811" cy="256062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9" name="図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662" y="4298610"/>
            <a:ext cx="821553" cy="821552"/>
          </a:xfrm>
          <a:prstGeom prst="rect">
            <a:avLst/>
          </a:prstGeom>
        </p:spPr>
      </p:pic>
      <p:sp>
        <p:nvSpPr>
          <p:cNvPr id="141" name="正方形/長方形 140"/>
          <p:cNvSpPr/>
          <p:nvPr/>
        </p:nvSpPr>
        <p:spPr>
          <a:xfrm>
            <a:off x="5193527" y="4864100"/>
            <a:ext cx="487811" cy="256062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2" name="図 1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786" y="4298610"/>
            <a:ext cx="821553" cy="821552"/>
          </a:xfrm>
          <a:prstGeom prst="rect">
            <a:avLst/>
          </a:prstGeom>
        </p:spPr>
      </p:pic>
      <p:sp>
        <p:nvSpPr>
          <p:cNvPr id="143" name="テキスト ボックス 142"/>
          <p:cNvSpPr txBox="1"/>
          <p:nvPr/>
        </p:nvSpPr>
        <p:spPr>
          <a:xfrm>
            <a:off x="3109090" y="3744612"/>
            <a:ext cx="2113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CPU usage </a:t>
            </a:r>
            <a:r>
              <a:rPr lang="en-US" altLang="ja-JP" dirty="0" smtClean="0"/>
              <a:t>rate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30%</a:t>
            </a:r>
            <a:endParaRPr kumimoji="1" lang="ja-JP" altLang="en-US" dirty="0"/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3628574" y="3230219"/>
            <a:ext cx="102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Cluster B</a:t>
            </a:r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782" y="1120454"/>
            <a:ext cx="794905" cy="1296151"/>
          </a:xfrm>
          <a:prstGeom prst="rect">
            <a:avLst/>
          </a:prstGeom>
        </p:spPr>
      </p:pic>
      <p:grpSp>
        <p:nvGrpSpPr>
          <p:cNvPr id="54" name="グループ化 53"/>
          <p:cNvGrpSpPr/>
          <p:nvPr/>
        </p:nvGrpSpPr>
        <p:grpSpPr>
          <a:xfrm>
            <a:off x="7816270" y="3946978"/>
            <a:ext cx="3730727" cy="770954"/>
            <a:chOff x="6930708" y="2024660"/>
            <a:chExt cx="3730727" cy="770954"/>
          </a:xfrm>
        </p:grpSpPr>
        <p:sp>
          <p:nvSpPr>
            <p:cNvPr id="146" name="角丸四角形 145"/>
            <p:cNvSpPr/>
            <p:nvPr/>
          </p:nvSpPr>
          <p:spPr>
            <a:xfrm>
              <a:off x="6930708" y="2024660"/>
              <a:ext cx="3730727" cy="770954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/>
            <p:cNvGrpSpPr/>
            <p:nvPr/>
          </p:nvGrpSpPr>
          <p:grpSpPr>
            <a:xfrm>
              <a:off x="7183059" y="2102322"/>
              <a:ext cx="2797114" cy="615629"/>
              <a:chOff x="7273486" y="2102323"/>
              <a:chExt cx="2797114" cy="615629"/>
            </a:xfrm>
          </p:grpSpPr>
          <p:sp>
            <p:nvSpPr>
              <p:cNvPr id="145" name="テキスト ボックス 144"/>
              <p:cNvSpPr txBox="1"/>
              <p:nvPr/>
            </p:nvSpPr>
            <p:spPr>
              <a:xfrm>
                <a:off x="8158858" y="2225471"/>
                <a:ext cx="19117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err="1" smtClean="0"/>
                  <a:t>ESXi</a:t>
                </a:r>
                <a:r>
                  <a:rPr lang="en-US" altLang="ja-JP" dirty="0" smtClean="0"/>
                  <a:t> Migration Job</a:t>
                </a:r>
                <a:endParaRPr kumimoji="1" lang="ja-JP" altLang="en-US" dirty="0"/>
              </a:p>
            </p:txBody>
          </p:sp>
          <p:pic>
            <p:nvPicPr>
              <p:cNvPr id="51" name="図 5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3486" y="2102323"/>
                <a:ext cx="615629" cy="615629"/>
              </a:xfrm>
              <a:prstGeom prst="rect">
                <a:avLst/>
              </a:prstGeom>
            </p:spPr>
          </p:pic>
        </p:grpSp>
      </p:grpSp>
      <p:cxnSp>
        <p:nvCxnSpPr>
          <p:cNvPr id="147" name="直線矢印コネクタ 146"/>
          <p:cNvCxnSpPr>
            <a:stCxn id="154" idx="1"/>
            <a:endCxn id="129" idx="3"/>
          </p:cNvCxnSpPr>
          <p:nvPr/>
        </p:nvCxnSpPr>
        <p:spPr>
          <a:xfrm flipH="1">
            <a:off x="6025801" y="3176024"/>
            <a:ext cx="1790469" cy="1320328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/>
          <p:cNvCxnSpPr>
            <a:stCxn id="154" idx="1"/>
            <a:endCxn id="127" idx="3"/>
          </p:cNvCxnSpPr>
          <p:nvPr/>
        </p:nvCxnSpPr>
        <p:spPr>
          <a:xfrm flipH="1" flipV="1">
            <a:off x="6025801" y="2150938"/>
            <a:ext cx="1790469" cy="1025086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テキスト ボックス 149"/>
          <p:cNvSpPr txBox="1"/>
          <p:nvPr/>
        </p:nvSpPr>
        <p:spPr>
          <a:xfrm>
            <a:off x="3932407" y="270997"/>
            <a:ext cx="110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vCenter</a:t>
            </a:r>
            <a:r>
              <a:rPr lang="en-US" altLang="ja-JP" dirty="0" smtClean="0"/>
              <a:t> A</a:t>
            </a:r>
            <a:endParaRPr kumimoji="1" lang="ja-JP" altLang="en-US" dirty="0"/>
          </a:p>
        </p:txBody>
      </p:sp>
      <p:grpSp>
        <p:nvGrpSpPr>
          <p:cNvPr id="153" name="グループ化 152"/>
          <p:cNvGrpSpPr/>
          <p:nvPr/>
        </p:nvGrpSpPr>
        <p:grpSpPr>
          <a:xfrm>
            <a:off x="7816270" y="2790547"/>
            <a:ext cx="3730727" cy="770954"/>
            <a:chOff x="6930708" y="2024660"/>
            <a:chExt cx="3730727" cy="770954"/>
          </a:xfrm>
        </p:grpSpPr>
        <p:sp>
          <p:nvSpPr>
            <p:cNvPr id="154" name="角丸四角形 153"/>
            <p:cNvSpPr/>
            <p:nvPr/>
          </p:nvSpPr>
          <p:spPr>
            <a:xfrm>
              <a:off x="6930708" y="2024660"/>
              <a:ext cx="3730727" cy="770954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55" name="グループ化 154"/>
            <p:cNvGrpSpPr/>
            <p:nvPr/>
          </p:nvGrpSpPr>
          <p:grpSpPr>
            <a:xfrm>
              <a:off x="7183059" y="2102322"/>
              <a:ext cx="3226024" cy="615629"/>
              <a:chOff x="7273486" y="2102323"/>
              <a:chExt cx="3226024" cy="615629"/>
            </a:xfrm>
          </p:grpSpPr>
          <p:sp>
            <p:nvSpPr>
              <p:cNvPr id="156" name="テキスト ボックス 155"/>
              <p:cNvSpPr txBox="1"/>
              <p:nvPr/>
            </p:nvSpPr>
            <p:spPr>
              <a:xfrm>
                <a:off x="7889115" y="2225472"/>
                <a:ext cx="26103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/>
                  <a:t>Resource Monitoring Job</a:t>
                </a:r>
                <a:endParaRPr kumimoji="1" lang="ja-JP" altLang="en-US" dirty="0"/>
              </a:p>
            </p:txBody>
          </p:sp>
          <p:pic>
            <p:nvPicPr>
              <p:cNvPr id="157" name="図 15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3486" y="2102323"/>
                <a:ext cx="615629" cy="615629"/>
              </a:xfrm>
              <a:prstGeom prst="rect">
                <a:avLst/>
              </a:prstGeom>
            </p:spPr>
          </p:pic>
        </p:grpSp>
      </p:grpSp>
      <p:sp>
        <p:nvSpPr>
          <p:cNvPr id="163" name="上矢印 162"/>
          <p:cNvSpPr/>
          <p:nvPr/>
        </p:nvSpPr>
        <p:spPr>
          <a:xfrm>
            <a:off x="5191009" y="2868209"/>
            <a:ext cx="459234" cy="1245735"/>
          </a:xfrm>
          <a:prstGeom prst="upArrow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2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/>
        </p:nvGrpSpPr>
        <p:grpSpPr>
          <a:xfrm>
            <a:off x="1586382" y="-1196234"/>
            <a:ext cx="3407921" cy="3245548"/>
            <a:chOff x="1511516" y="-1258286"/>
            <a:chExt cx="3407921" cy="3245548"/>
          </a:xfrm>
        </p:grpSpPr>
        <p:pic>
          <p:nvPicPr>
            <p:cNvPr id="13" name="図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847" y="-1258286"/>
              <a:ext cx="2763257" cy="2763257"/>
            </a:xfrm>
            <a:prstGeom prst="rect">
              <a:avLst/>
            </a:prstGeom>
          </p:spPr>
        </p:pic>
        <p:sp>
          <p:nvSpPr>
            <p:cNvPr id="16" name="テキスト ボックス 15"/>
            <p:cNvSpPr txBox="1"/>
            <p:nvPr/>
          </p:nvSpPr>
          <p:spPr>
            <a:xfrm>
              <a:off x="1511516" y="1340931"/>
              <a:ext cx="34079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 smtClean="0"/>
                <a:t>Test cases × 100</a:t>
              </a:r>
              <a:endParaRPr kumimoji="1" lang="ja-JP" altLang="en-US" sz="3600" dirty="0"/>
            </a:p>
          </p:txBody>
        </p:sp>
      </p:grpSp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121" y="2931954"/>
            <a:ext cx="1163849" cy="1163849"/>
          </a:xfrm>
          <a:prstGeom prst="rect">
            <a:avLst/>
          </a:prstGeom>
        </p:spPr>
      </p:pic>
      <p:sp>
        <p:nvSpPr>
          <p:cNvPr id="27" name="テキスト ボックス 26"/>
          <p:cNvSpPr txBox="1"/>
          <p:nvPr/>
        </p:nvSpPr>
        <p:spPr>
          <a:xfrm>
            <a:off x="6066166" y="-1285506"/>
            <a:ext cx="547040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/>
              <a:t>• Functional Validation</a:t>
            </a:r>
            <a:br>
              <a:rPr lang="en-US" altLang="ja-JP" sz="3600" dirty="0"/>
            </a:br>
            <a:r>
              <a:rPr lang="en-US" altLang="ja-JP" sz="3600" dirty="0"/>
              <a:t>• Performance Validation</a:t>
            </a:r>
            <a:br>
              <a:rPr lang="en-US" altLang="ja-JP" sz="3600" dirty="0"/>
            </a:br>
            <a:r>
              <a:rPr lang="en-US" altLang="ja-JP" sz="3600" dirty="0"/>
              <a:t>• Failure Scenario Testing</a:t>
            </a:r>
            <a:br>
              <a:rPr lang="en-US" altLang="ja-JP" sz="3600" dirty="0"/>
            </a:br>
            <a:r>
              <a:rPr lang="en-US" altLang="ja-JP" sz="3600" dirty="0"/>
              <a:t>• Exception Scenario Testing</a:t>
            </a:r>
            <a:br>
              <a:rPr lang="en-US" altLang="ja-JP" sz="3600" dirty="0"/>
            </a:br>
            <a:r>
              <a:rPr lang="en-US" altLang="ja-JP" sz="3600" dirty="0"/>
              <a:t>• Deployment Validation</a:t>
            </a:r>
            <a:br>
              <a:rPr lang="en-US" altLang="ja-JP" sz="3600" dirty="0"/>
            </a:br>
            <a:r>
              <a:rPr lang="en-US" altLang="ja-JP" sz="3600" dirty="0"/>
              <a:t>• Upgrade Validation</a:t>
            </a:r>
            <a:endParaRPr kumimoji="1" lang="ja-JP" altLang="en-US" sz="3600" dirty="0"/>
          </a:p>
        </p:txBody>
      </p:sp>
      <p:sp>
        <p:nvSpPr>
          <p:cNvPr id="28" name="右中かっこ 27"/>
          <p:cNvSpPr/>
          <p:nvPr/>
        </p:nvSpPr>
        <p:spPr>
          <a:xfrm rot="5400000">
            <a:off x="6349063" y="-2948457"/>
            <a:ext cx="641967" cy="10637511"/>
          </a:xfrm>
          <a:prstGeom prst="rightBrace">
            <a:avLst>
              <a:gd name="adj1" fmla="val 202771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/>
          <p:cNvGrpSpPr/>
          <p:nvPr/>
        </p:nvGrpSpPr>
        <p:grpSpPr>
          <a:xfrm>
            <a:off x="3113921" y="3998266"/>
            <a:ext cx="7112247" cy="1807156"/>
            <a:chOff x="3073743" y="3200901"/>
            <a:chExt cx="7112247" cy="1807156"/>
          </a:xfrm>
        </p:grpSpPr>
        <p:grpSp>
          <p:nvGrpSpPr>
            <p:cNvPr id="32" name="グループ化 31"/>
            <p:cNvGrpSpPr>
              <a:grpSpLocks noChangeAspect="1"/>
            </p:cNvGrpSpPr>
            <p:nvPr/>
          </p:nvGrpSpPr>
          <p:grpSpPr>
            <a:xfrm>
              <a:off x="3073743" y="3200901"/>
              <a:ext cx="1807156" cy="1807156"/>
              <a:chOff x="2164658" y="3393494"/>
              <a:chExt cx="2722867" cy="2722867"/>
            </a:xfrm>
          </p:grpSpPr>
          <p:pic>
            <p:nvPicPr>
              <p:cNvPr id="31" name="図 3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64658" y="3393494"/>
                <a:ext cx="2722867" cy="2722867"/>
              </a:xfrm>
              <a:prstGeom prst="rect">
                <a:avLst/>
              </a:prstGeom>
            </p:spPr>
          </p:pic>
          <p:pic>
            <p:nvPicPr>
              <p:cNvPr id="29" name="図 2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0566" y="3943350"/>
                <a:ext cx="1616614" cy="1616614"/>
              </a:xfrm>
              <a:prstGeom prst="rect">
                <a:avLst/>
              </a:prstGeom>
            </p:spPr>
          </p:pic>
        </p:grpSp>
        <p:pic>
          <p:nvPicPr>
            <p:cNvPr id="34" name="図 3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8849" y="3457609"/>
              <a:ext cx="1279008" cy="1279008"/>
            </a:xfrm>
            <a:prstGeom prst="rect">
              <a:avLst/>
            </a:prstGeom>
          </p:spPr>
        </p:pic>
        <p:pic>
          <p:nvPicPr>
            <p:cNvPr id="35" name="図 3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2251" y="3450244"/>
              <a:ext cx="1293739" cy="1293739"/>
            </a:xfrm>
            <a:prstGeom prst="rect">
              <a:avLst/>
            </a:prstGeom>
          </p:spPr>
        </p:pic>
        <p:sp>
          <p:nvSpPr>
            <p:cNvPr id="36" name="右矢印 35"/>
            <p:cNvSpPr/>
            <p:nvPr/>
          </p:nvSpPr>
          <p:spPr>
            <a:xfrm>
              <a:off x="5169462" y="3817400"/>
              <a:ext cx="650824" cy="574158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右矢印 36"/>
            <p:cNvSpPr/>
            <p:nvPr/>
          </p:nvSpPr>
          <p:spPr>
            <a:xfrm>
              <a:off x="7814642" y="3817400"/>
              <a:ext cx="650824" cy="574158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943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角丸四角形 47"/>
          <p:cNvSpPr/>
          <p:nvPr/>
        </p:nvSpPr>
        <p:spPr>
          <a:xfrm>
            <a:off x="0" y="391533"/>
            <a:ext cx="13667843" cy="5953024"/>
          </a:xfrm>
          <a:prstGeom prst="roundRect">
            <a:avLst>
              <a:gd name="adj" fmla="val 838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0" y="-722262"/>
            <a:ext cx="1154125" cy="188188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5964"/>
            <a:ext cx="1227093" cy="1227092"/>
          </a:xfrm>
          <a:prstGeom prst="rect">
            <a:avLst/>
          </a:prstGeom>
        </p:spPr>
      </p:pic>
      <p:grpSp>
        <p:nvGrpSpPr>
          <p:cNvPr id="36" name="グループ化 35"/>
          <p:cNvGrpSpPr/>
          <p:nvPr/>
        </p:nvGrpSpPr>
        <p:grpSpPr>
          <a:xfrm>
            <a:off x="7374146" y="2817267"/>
            <a:ext cx="3947441" cy="1200912"/>
            <a:chOff x="3253232" y="615445"/>
            <a:chExt cx="3947441" cy="1200912"/>
          </a:xfrm>
        </p:grpSpPr>
        <p:sp>
          <p:nvSpPr>
            <p:cNvPr id="37" name="テキスト ボックス 36"/>
            <p:cNvSpPr txBox="1"/>
            <p:nvPr/>
          </p:nvSpPr>
          <p:spPr>
            <a:xfrm>
              <a:off x="3253232" y="615445"/>
              <a:ext cx="776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Step.5</a:t>
              </a:r>
              <a:endParaRPr kumimoji="1" lang="ja-JP" altLang="en-US" dirty="0"/>
            </a:p>
          </p:txBody>
        </p:sp>
        <p:grpSp>
          <p:nvGrpSpPr>
            <p:cNvPr id="38" name="グループ化 37"/>
            <p:cNvGrpSpPr/>
            <p:nvPr/>
          </p:nvGrpSpPr>
          <p:grpSpPr>
            <a:xfrm>
              <a:off x="3469946" y="1045403"/>
              <a:ext cx="3730727" cy="770954"/>
              <a:chOff x="6930708" y="2024660"/>
              <a:chExt cx="3730727" cy="770954"/>
            </a:xfrm>
          </p:grpSpPr>
          <p:sp>
            <p:nvSpPr>
              <p:cNvPr id="39" name="角丸四角形 38"/>
              <p:cNvSpPr/>
              <p:nvPr/>
            </p:nvSpPr>
            <p:spPr>
              <a:xfrm>
                <a:off x="6930708" y="2024660"/>
                <a:ext cx="3730727" cy="770954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0" name="グループ化 39"/>
              <p:cNvGrpSpPr/>
              <p:nvPr/>
            </p:nvGrpSpPr>
            <p:grpSpPr>
              <a:xfrm>
                <a:off x="7183059" y="2102322"/>
                <a:ext cx="2365374" cy="615629"/>
                <a:chOff x="7273486" y="2102323"/>
                <a:chExt cx="2365374" cy="615629"/>
              </a:xfrm>
            </p:grpSpPr>
            <p:sp>
              <p:nvSpPr>
                <p:cNvPr id="41" name="テキスト ボックス 40"/>
                <p:cNvSpPr txBox="1"/>
                <p:nvPr/>
              </p:nvSpPr>
              <p:spPr>
                <a:xfrm>
                  <a:off x="8150311" y="2225471"/>
                  <a:ext cx="14885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dirty="0" smtClean="0"/>
                    <a:t>Host Injection</a:t>
                  </a:r>
                  <a:endParaRPr lang="ja-JP" altLang="en-US" dirty="0"/>
                </a:p>
              </p:txBody>
            </p:sp>
            <p:pic>
              <p:nvPicPr>
                <p:cNvPr id="42" name="図 41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3486" y="2102323"/>
                  <a:ext cx="615629" cy="615629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43" name="図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760" y="1752679"/>
            <a:ext cx="952500" cy="952500"/>
          </a:xfrm>
          <a:prstGeom prst="rect">
            <a:avLst/>
          </a:prstGeom>
        </p:spPr>
      </p:pic>
      <p:pic>
        <p:nvPicPr>
          <p:cNvPr id="44" name="図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760" y="3156451"/>
            <a:ext cx="952500" cy="952500"/>
          </a:xfrm>
          <a:prstGeom prst="rect">
            <a:avLst/>
          </a:prstGeom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3039" y="4588321"/>
            <a:ext cx="952500" cy="952500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8739" y="1748961"/>
            <a:ext cx="952500" cy="952500"/>
          </a:xfrm>
          <a:prstGeom prst="rect">
            <a:avLst/>
          </a:prstGeom>
        </p:spPr>
      </p:pic>
      <p:pic>
        <p:nvPicPr>
          <p:cNvPr id="47" name="図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8739" y="3156451"/>
            <a:ext cx="952500" cy="952500"/>
          </a:xfrm>
          <a:prstGeom prst="rect">
            <a:avLst/>
          </a:prstGeom>
        </p:spPr>
      </p:pic>
      <p:sp>
        <p:nvSpPr>
          <p:cNvPr id="49" name="テキスト ボックス 48"/>
          <p:cNvSpPr txBox="1"/>
          <p:nvPr/>
        </p:nvSpPr>
        <p:spPr>
          <a:xfrm>
            <a:off x="1215406" y="-608086"/>
            <a:ext cx="4576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Automated </a:t>
            </a:r>
            <a:r>
              <a:rPr lang="en-US" altLang="ja-JP" sz="2800" dirty="0" err="1"/>
              <a:t>ESXi</a:t>
            </a:r>
            <a:r>
              <a:rPr lang="en-US" altLang="ja-JP" sz="2800" dirty="0"/>
              <a:t> Build Pipeline</a:t>
            </a:r>
            <a:endParaRPr kumimoji="1" lang="ja-JP" altLang="en-US" sz="2800" dirty="0"/>
          </a:p>
        </p:txBody>
      </p:sp>
      <p:sp>
        <p:nvSpPr>
          <p:cNvPr id="50" name="下矢印 49"/>
          <p:cNvSpPr/>
          <p:nvPr/>
        </p:nvSpPr>
        <p:spPr>
          <a:xfrm>
            <a:off x="2718440" y="2415645"/>
            <a:ext cx="1165575" cy="831578"/>
          </a:xfrm>
          <a:prstGeom prst="downArrow">
            <a:avLst/>
          </a:prstGeom>
          <a:solidFill>
            <a:schemeClr val="accent1">
              <a:alpha val="6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/>
        </p:nvGrpSpPr>
        <p:grpSpPr>
          <a:xfrm>
            <a:off x="1138446" y="1415545"/>
            <a:ext cx="3947441" cy="1200912"/>
            <a:chOff x="3253232" y="615445"/>
            <a:chExt cx="3947441" cy="1200912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3253232" y="615445"/>
              <a:ext cx="776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Step.1</a:t>
              </a:r>
              <a:endParaRPr kumimoji="1" lang="ja-JP" altLang="en-US" dirty="0"/>
            </a:p>
          </p:txBody>
        </p:sp>
        <p:grpSp>
          <p:nvGrpSpPr>
            <p:cNvPr id="9" name="グループ化 8"/>
            <p:cNvGrpSpPr/>
            <p:nvPr/>
          </p:nvGrpSpPr>
          <p:grpSpPr>
            <a:xfrm>
              <a:off x="3469946" y="1045403"/>
              <a:ext cx="3730727" cy="770954"/>
              <a:chOff x="6930708" y="2024660"/>
              <a:chExt cx="3730727" cy="770954"/>
            </a:xfrm>
          </p:grpSpPr>
          <p:sp>
            <p:nvSpPr>
              <p:cNvPr id="10" name="角丸四角形 9"/>
              <p:cNvSpPr/>
              <p:nvPr/>
            </p:nvSpPr>
            <p:spPr>
              <a:xfrm>
                <a:off x="6930708" y="2024660"/>
                <a:ext cx="3730727" cy="7709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1" name="グループ化 10"/>
              <p:cNvGrpSpPr/>
              <p:nvPr/>
            </p:nvGrpSpPr>
            <p:grpSpPr>
              <a:xfrm>
                <a:off x="7183059" y="2102322"/>
                <a:ext cx="2429944" cy="615629"/>
                <a:chOff x="7273486" y="2102323"/>
                <a:chExt cx="2429944" cy="615629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8384415" y="2225471"/>
                  <a:ext cx="13190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dirty="0"/>
                    <a:t>Clean Install</a:t>
                  </a:r>
                  <a:endParaRPr lang="ja-JP" altLang="en-US" dirty="0"/>
                </a:p>
              </p:txBody>
            </p:sp>
            <p:pic>
              <p:nvPicPr>
                <p:cNvPr id="13" name="図 12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3486" y="2102323"/>
                  <a:ext cx="615629" cy="615629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51" name="下矢印 50"/>
          <p:cNvSpPr/>
          <p:nvPr/>
        </p:nvSpPr>
        <p:spPr>
          <a:xfrm>
            <a:off x="2687697" y="4018179"/>
            <a:ext cx="1165575" cy="630766"/>
          </a:xfrm>
          <a:prstGeom prst="downArrow">
            <a:avLst/>
          </a:prstGeom>
          <a:solidFill>
            <a:schemeClr val="accent1">
              <a:alpha val="6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/>
          <p:cNvGrpSpPr/>
          <p:nvPr/>
        </p:nvGrpSpPr>
        <p:grpSpPr>
          <a:xfrm>
            <a:off x="1138446" y="2817267"/>
            <a:ext cx="3947441" cy="1200912"/>
            <a:chOff x="3253232" y="615445"/>
            <a:chExt cx="3947441" cy="1200912"/>
          </a:xfrm>
        </p:grpSpPr>
        <p:sp>
          <p:nvSpPr>
            <p:cNvPr id="16" name="テキスト ボックス 15"/>
            <p:cNvSpPr txBox="1"/>
            <p:nvPr/>
          </p:nvSpPr>
          <p:spPr>
            <a:xfrm>
              <a:off x="3253232" y="615445"/>
              <a:ext cx="776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Step.2</a:t>
              </a:r>
              <a:endParaRPr kumimoji="1" lang="ja-JP" altLang="en-US" dirty="0"/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3469946" y="1045403"/>
              <a:ext cx="3730727" cy="770954"/>
              <a:chOff x="6930708" y="2024660"/>
              <a:chExt cx="3730727" cy="770954"/>
            </a:xfrm>
          </p:grpSpPr>
          <p:sp>
            <p:nvSpPr>
              <p:cNvPr id="18" name="角丸四角形 17"/>
              <p:cNvSpPr/>
              <p:nvPr/>
            </p:nvSpPr>
            <p:spPr>
              <a:xfrm>
                <a:off x="6930708" y="2024660"/>
                <a:ext cx="3730727" cy="770954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9" name="グループ化 18"/>
              <p:cNvGrpSpPr/>
              <p:nvPr/>
            </p:nvGrpSpPr>
            <p:grpSpPr>
              <a:xfrm>
                <a:off x="7183059" y="2102322"/>
                <a:ext cx="2276504" cy="615629"/>
                <a:chOff x="7273486" y="2102323"/>
                <a:chExt cx="2276504" cy="615629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8384415" y="2225471"/>
                  <a:ext cx="11655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dirty="0" err="1" smtClean="0"/>
                    <a:t>ESXi</a:t>
                  </a:r>
                  <a:r>
                    <a:rPr lang="en-US" altLang="ja-JP" dirty="0" smtClean="0"/>
                    <a:t> Setup</a:t>
                  </a:r>
                  <a:endParaRPr lang="ja-JP" altLang="en-US" dirty="0"/>
                </a:p>
              </p:txBody>
            </p:sp>
            <p:pic>
              <p:nvPicPr>
                <p:cNvPr id="21" name="図 20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3486" y="2102323"/>
                  <a:ext cx="615629" cy="615629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52" name="下矢印 51"/>
          <p:cNvSpPr/>
          <p:nvPr/>
        </p:nvSpPr>
        <p:spPr>
          <a:xfrm>
            <a:off x="9007911" y="2612788"/>
            <a:ext cx="1165575" cy="634435"/>
          </a:xfrm>
          <a:prstGeom prst="downArrow">
            <a:avLst/>
          </a:prstGeom>
          <a:solidFill>
            <a:schemeClr val="accent1">
              <a:alpha val="6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/>
        </p:nvGrpSpPr>
        <p:grpSpPr>
          <a:xfrm>
            <a:off x="7374146" y="1415545"/>
            <a:ext cx="3947441" cy="1200912"/>
            <a:chOff x="3253232" y="615445"/>
            <a:chExt cx="3947441" cy="1200912"/>
          </a:xfrm>
        </p:grpSpPr>
        <p:sp>
          <p:nvSpPr>
            <p:cNvPr id="30" name="テキスト ボックス 29"/>
            <p:cNvSpPr txBox="1"/>
            <p:nvPr/>
          </p:nvSpPr>
          <p:spPr>
            <a:xfrm>
              <a:off x="3253232" y="615445"/>
              <a:ext cx="776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Step.4</a:t>
              </a:r>
              <a:endParaRPr kumimoji="1" lang="ja-JP" altLang="en-US" dirty="0"/>
            </a:p>
          </p:txBody>
        </p:sp>
        <p:grpSp>
          <p:nvGrpSpPr>
            <p:cNvPr id="31" name="グループ化 30"/>
            <p:cNvGrpSpPr/>
            <p:nvPr/>
          </p:nvGrpSpPr>
          <p:grpSpPr>
            <a:xfrm>
              <a:off x="3469946" y="1045403"/>
              <a:ext cx="3730727" cy="770954"/>
              <a:chOff x="6930708" y="2024660"/>
              <a:chExt cx="3730727" cy="770954"/>
            </a:xfrm>
          </p:grpSpPr>
          <p:grpSp>
            <p:nvGrpSpPr>
              <p:cNvPr id="33" name="グループ化 32"/>
              <p:cNvGrpSpPr/>
              <p:nvPr/>
            </p:nvGrpSpPr>
            <p:grpSpPr>
              <a:xfrm>
                <a:off x="7183059" y="2102322"/>
                <a:ext cx="2615891" cy="615629"/>
                <a:chOff x="7273486" y="2102323"/>
                <a:chExt cx="2615891" cy="615629"/>
              </a:xfrm>
            </p:grpSpPr>
            <p:sp>
              <p:nvSpPr>
                <p:cNvPr id="34" name="テキスト ボックス 33"/>
                <p:cNvSpPr txBox="1"/>
                <p:nvPr/>
              </p:nvSpPr>
              <p:spPr>
                <a:xfrm>
                  <a:off x="8150311" y="2225471"/>
                  <a:ext cx="17390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dirty="0" smtClean="0"/>
                    <a:t>Validation Check</a:t>
                  </a:r>
                  <a:endParaRPr lang="ja-JP" altLang="en-US" dirty="0"/>
                </a:p>
              </p:txBody>
            </p:sp>
            <p:pic>
              <p:nvPicPr>
                <p:cNvPr id="35" name="図 34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3486" y="2102323"/>
                  <a:ext cx="615629" cy="615629"/>
                </a:xfrm>
                <a:prstGeom prst="rect">
                  <a:avLst/>
                </a:prstGeom>
              </p:spPr>
            </p:pic>
          </p:grpSp>
          <p:sp>
            <p:nvSpPr>
              <p:cNvPr id="32" name="角丸四角形 31"/>
              <p:cNvSpPr/>
              <p:nvPr/>
            </p:nvSpPr>
            <p:spPr>
              <a:xfrm>
                <a:off x="6930708" y="2024660"/>
                <a:ext cx="3730727" cy="770954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56" name="下矢印 55"/>
          <p:cNvSpPr/>
          <p:nvPr/>
        </p:nvSpPr>
        <p:spPr>
          <a:xfrm>
            <a:off x="2687696" y="5419899"/>
            <a:ext cx="1165575" cy="630766"/>
          </a:xfrm>
          <a:prstGeom prst="downArrow">
            <a:avLst/>
          </a:prstGeom>
          <a:solidFill>
            <a:schemeClr val="accent1">
              <a:alpha val="6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" name="グループ化 21"/>
          <p:cNvGrpSpPr/>
          <p:nvPr/>
        </p:nvGrpSpPr>
        <p:grpSpPr>
          <a:xfrm>
            <a:off x="1138446" y="4218989"/>
            <a:ext cx="3947441" cy="1200912"/>
            <a:chOff x="3253232" y="615445"/>
            <a:chExt cx="3947441" cy="1200912"/>
          </a:xfrm>
        </p:grpSpPr>
        <p:sp>
          <p:nvSpPr>
            <p:cNvPr id="23" name="テキスト ボックス 22"/>
            <p:cNvSpPr txBox="1"/>
            <p:nvPr/>
          </p:nvSpPr>
          <p:spPr>
            <a:xfrm>
              <a:off x="3253232" y="615445"/>
              <a:ext cx="776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Step.3</a:t>
              </a:r>
              <a:endParaRPr kumimoji="1" lang="ja-JP" altLang="en-US" dirty="0"/>
            </a:p>
          </p:txBody>
        </p:sp>
        <p:grpSp>
          <p:nvGrpSpPr>
            <p:cNvPr id="24" name="グループ化 23"/>
            <p:cNvGrpSpPr/>
            <p:nvPr/>
          </p:nvGrpSpPr>
          <p:grpSpPr>
            <a:xfrm>
              <a:off x="3469946" y="1045403"/>
              <a:ext cx="3730727" cy="770954"/>
              <a:chOff x="6930708" y="2024660"/>
              <a:chExt cx="3730727" cy="770954"/>
            </a:xfrm>
          </p:grpSpPr>
          <p:grpSp>
            <p:nvGrpSpPr>
              <p:cNvPr id="26" name="グループ化 25"/>
              <p:cNvGrpSpPr/>
              <p:nvPr/>
            </p:nvGrpSpPr>
            <p:grpSpPr>
              <a:xfrm>
                <a:off x="7183059" y="2102322"/>
                <a:ext cx="2664046" cy="615629"/>
                <a:chOff x="7273486" y="2102323"/>
                <a:chExt cx="2664046" cy="615629"/>
              </a:xfrm>
            </p:grpSpPr>
            <p:sp>
              <p:nvSpPr>
                <p:cNvPr id="27" name="テキスト ボックス 26"/>
                <p:cNvSpPr txBox="1"/>
                <p:nvPr/>
              </p:nvSpPr>
              <p:spPr>
                <a:xfrm>
                  <a:off x="8150311" y="2225471"/>
                  <a:ext cx="17872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dirty="0" err="1" smtClean="0"/>
                    <a:t>Datastore</a:t>
                  </a:r>
                  <a:r>
                    <a:rPr lang="en-US" altLang="ja-JP" dirty="0" smtClean="0"/>
                    <a:t> Mount</a:t>
                  </a:r>
                  <a:endParaRPr lang="ja-JP" altLang="en-US" dirty="0"/>
                </a:p>
              </p:txBody>
            </p:sp>
            <p:pic>
              <p:nvPicPr>
                <p:cNvPr id="28" name="図 27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3486" y="2102323"/>
                  <a:ext cx="615629" cy="615629"/>
                </a:xfrm>
                <a:prstGeom prst="rect">
                  <a:avLst/>
                </a:prstGeom>
              </p:spPr>
            </p:pic>
          </p:grpSp>
          <p:sp>
            <p:nvSpPr>
              <p:cNvPr id="25" name="角丸四角形 24"/>
              <p:cNvSpPr/>
              <p:nvPr/>
            </p:nvSpPr>
            <p:spPr>
              <a:xfrm>
                <a:off x="6930708" y="2024660"/>
                <a:ext cx="3730727" cy="770954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701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角丸四角形 18"/>
          <p:cNvSpPr/>
          <p:nvPr/>
        </p:nvSpPr>
        <p:spPr>
          <a:xfrm>
            <a:off x="1937722" y="774611"/>
            <a:ext cx="9771761" cy="59903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 19"/>
          <p:cNvSpPr/>
          <p:nvPr/>
        </p:nvSpPr>
        <p:spPr>
          <a:xfrm>
            <a:off x="2295075" y="1248266"/>
            <a:ext cx="5088706" cy="2287298"/>
          </a:xfrm>
          <a:prstGeom prst="roundRect">
            <a:avLst/>
          </a:prstGeom>
          <a:solidFill>
            <a:schemeClr val="bg1">
              <a:lumMod val="95000"/>
              <a:alpha val="37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38" y="2458022"/>
            <a:ext cx="821553" cy="821552"/>
          </a:xfrm>
          <a:prstGeom prst="rect">
            <a:avLst/>
          </a:prstGeom>
        </p:spPr>
      </p:pic>
      <p:sp>
        <p:nvSpPr>
          <p:cNvPr id="24" name="テキスト ボックス 23"/>
          <p:cNvSpPr txBox="1"/>
          <p:nvPr/>
        </p:nvSpPr>
        <p:spPr>
          <a:xfrm>
            <a:off x="4449906" y="2637964"/>
            <a:ext cx="685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・・・</a:t>
            </a:r>
            <a:endParaRPr kumimoji="1" lang="ja-JP" altLang="en-US" sz="2400" dirty="0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36" y="2458021"/>
            <a:ext cx="821553" cy="821552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662" y="2458021"/>
            <a:ext cx="821553" cy="821552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786" y="2458021"/>
            <a:ext cx="821553" cy="821552"/>
          </a:xfrm>
          <a:prstGeom prst="rect">
            <a:avLst/>
          </a:prstGeom>
        </p:spPr>
      </p:pic>
      <p:sp>
        <p:nvSpPr>
          <p:cNvPr id="35" name="テキスト ボックス 34"/>
          <p:cNvSpPr txBox="1"/>
          <p:nvPr/>
        </p:nvSpPr>
        <p:spPr>
          <a:xfrm>
            <a:off x="4279841" y="937234"/>
            <a:ext cx="102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Cluster A</a:t>
            </a:r>
            <a:endParaRPr kumimoji="1" lang="ja-JP" altLang="en-US" dirty="0"/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5972398" y="327499"/>
            <a:ext cx="110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vCenter</a:t>
            </a:r>
            <a:r>
              <a:rPr lang="en-US" altLang="ja-JP" dirty="0" smtClean="0"/>
              <a:t> A</a:t>
            </a:r>
            <a:endParaRPr kumimoji="1" lang="ja-JP" altLang="en-US" dirty="0"/>
          </a:p>
        </p:txBody>
      </p:sp>
      <p:pic>
        <p:nvPicPr>
          <p:cNvPr id="52" name="図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535" y="2456838"/>
            <a:ext cx="821553" cy="821552"/>
          </a:xfrm>
          <a:prstGeom prst="rect">
            <a:avLst/>
          </a:prstGeom>
        </p:spPr>
      </p:pic>
      <p:pic>
        <p:nvPicPr>
          <p:cNvPr id="53" name="図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84" y="2455655"/>
            <a:ext cx="821553" cy="821552"/>
          </a:xfrm>
          <a:prstGeom prst="rect">
            <a:avLst/>
          </a:prstGeom>
        </p:spPr>
      </p:pic>
      <p:pic>
        <p:nvPicPr>
          <p:cNvPr id="1026" name="Picture 2" descr="曲がる｜矢印 - クリップアート / イラスト / 無料 / アイコン / シンボル / シルエット/マーク / 背景透明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75773">
            <a:off x="7123066" y="1299444"/>
            <a:ext cx="971222" cy="97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0121" y="3319578"/>
            <a:ext cx="595207" cy="970529"/>
          </a:xfrm>
          <a:prstGeom prst="rect">
            <a:avLst/>
          </a:prstGeom>
        </p:spPr>
      </p:pic>
      <p:sp>
        <p:nvSpPr>
          <p:cNvPr id="58" name="左矢印 57"/>
          <p:cNvSpPr/>
          <p:nvPr/>
        </p:nvSpPr>
        <p:spPr>
          <a:xfrm>
            <a:off x="2638425" y="1943740"/>
            <a:ext cx="4374065" cy="369227"/>
          </a:xfrm>
          <a:prstGeom prst="leftArrow">
            <a:avLst>
              <a:gd name="adj1" fmla="val 50000"/>
              <a:gd name="adj2" fmla="val 79172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3833222" y="1564965"/>
            <a:ext cx="201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 smtClean="0">
                <a:solidFill>
                  <a:srgbClr val="FF0000"/>
                </a:solidFill>
              </a:rPr>
              <a:t>Rolling Update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1" name="左中かっこ 60"/>
          <p:cNvSpPr/>
          <p:nvPr/>
        </p:nvSpPr>
        <p:spPr>
          <a:xfrm>
            <a:off x="1561194" y="1248266"/>
            <a:ext cx="659799" cy="5119866"/>
          </a:xfrm>
          <a:prstGeom prst="leftBrace">
            <a:avLst>
              <a:gd name="adj1" fmla="val 73030"/>
              <a:gd name="adj2" fmla="val 50413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227269" y="3577366"/>
            <a:ext cx="1098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 smtClean="0">
                <a:solidFill>
                  <a:srgbClr val="FF0000"/>
                </a:solidFill>
              </a:rPr>
              <a:t>Parallel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87" name="グループ化 86"/>
          <p:cNvGrpSpPr/>
          <p:nvPr/>
        </p:nvGrpSpPr>
        <p:grpSpPr>
          <a:xfrm>
            <a:off x="8061469" y="2016558"/>
            <a:ext cx="2593324" cy="1163987"/>
            <a:chOff x="8061469" y="2111808"/>
            <a:chExt cx="2593324" cy="1163987"/>
          </a:xfrm>
        </p:grpSpPr>
        <p:pic>
          <p:nvPicPr>
            <p:cNvPr id="68" name="図 6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6567" y="2454243"/>
              <a:ext cx="821553" cy="821552"/>
            </a:xfrm>
            <a:prstGeom prst="rect">
              <a:avLst/>
            </a:prstGeom>
          </p:spPr>
        </p:pic>
        <p:pic>
          <p:nvPicPr>
            <p:cNvPr id="69" name="図 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7237" y="2111808"/>
              <a:ext cx="684870" cy="684870"/>
            </a:xfrm>
            <a:prstGeom prst="rect">
              <a:avLst/>
            </a:prstGeom>
          </p:spPr>
        </p:pic>
        <p:sp>
          <p:nvSpPr>
            <p:cNvPr id="70" name="テキスト ボックス 69"/>
            <p:cNvSpPr txBox="1"/>
            <p:nvPr/>
          </p:nvSpPr>
          <p:spPr>
            <a:xfrm>
              <a:off x="9245946" y="2662522"/>
              <a:ext cx="14088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Maint</a:t>
              </a:r>
              <a:r>
                <a:rPr lang="en-US" altLang="ja-JP" dirty="0" smtClean="0"/>
                <a:t>. Mode</a:t>
              </a:r>
              <a:endParaRPr kumimoji="1" lang="ja-JP" altLang="en-US" dirty="0"/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8061469" y="2141988"/>
              <a:ext cx="6460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 smtClean="0"/>
                <a:t>Step.2</a:t>
              </a:r>
              <a:endParaRPr kumimoji="1" lang="ja-JP" altLang="en-US" sz="1400" dirty="0"/>
            </a:p>
          </p:txBody>
        </p:sp>
      </p:grpSp>
      <p:grpSp>
        <p:nvGrpSpPr>
          <p:cNvPr id="80" name="グループ化 79"/>
          <p:cNvGrpSpPr/>
          <p:nvPr/>
        </p:nvGrpSpPr>
        <p:grpSpPr>
          <a:xfrm>
            <a:off x="8041127" y="890048"/>
            <a:ext cx="2501737" cy="1153383"/>
            <a:chOff x="8041127" y="1042448"/>
            <a:chExt cx="2501737" cy="1153383"/>
          </a:xfrm>
        </p:grpSpPr>
        <p:grpSp>
          <p:nvGrpSpPr>
            <p:cNvPr id="64" name="グループ化 63"/>
            <p:cNvGrpSpPr/>
            <p:nvPr/>
          </p:nvGrpSpPr>
          <p:grpSpPr>
            <a:xfrm>
              <a:off x="8041127" y="1042448"/>
              <a:ext cx="2501737" cy="1153383"/>
              <a:chOff x="8041127" y="1042448"/>
              <a:chExt cx="2501737" cy="1153383"/>
            </a:xfrm>
          </p:grpSpPr>
          <p:pic>
            <p:nvPicPr>
              <p:cNvPr id="57" name="図 5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4475" y="1374279"/>
                <a:ext cx="821553" cy="821552"/>
              </a:xfrm>
              <a:prstGeom prst="rect">
                <a:avLst/>
              </a:prstGeom>
            </p:spPr>
          </p:pic>
          <p:sp>
            <p:nvSpPr>
              <p:cNvPr id="59" name="テキスト ボックス 58"/>
              <p:cNvSpPr txBox="1"/>
              <p:nvPr/>
            </p:nvSpPr>
            <p:spPr>
              <a:xfrm>
                <a:off x="9243854" y="1582558"/>
                <a:ext cx="1299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/>
                  <a:t>VM Migrate</a:t>
                </a:r>
                <a:endParaRPr kumimoji="1" lang="ja-JP" altLang="en-US" dirty="0"/>
              </a:p>
            </p:txBody>
          </p:sp>
          <p:sp>
            <p:nvSpPr>
              <p:cNvPr id="60" name="テキスト ボックス 59"/>
              <p:cNvSpPr txBox="1"/>
              <p:nvPr/>
            </p:nvSpPr>
            <p:spPr>
              <a:xfrm>
                <a:off x="8041127" y="1042448"/>
                <a:ext cx="646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 smtClean="0"/>
                  <a:t>Step.1</a:t>
                </a:r>
                <a:endParaRPr kumimoji="1" lang="ja-JP" altLang="en-US" sz="1400" dirty="0"/>
              </a:p>
            </p:txBody>
          </p:sp>
        </p:grpSp>
        <p:pic>
          <p:nvPicPr>
            <p:cNvPr id="66" name="図 6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79000" y="1046413"/>
              <a:ext cx="299849" cy="299849"/>
            </a:xfrm>
            <a:prstGeom prst="rect">
              <a:avLst/>
            </a:prstGeom>
          </p:spPr>
        </p:pic>
        <p:pic>
          <p:nvPicPr>
            <p:cNvPr id="73" name="図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0090" y="1046413"/>
              <a:ext cx="299849" cy="299849"/>
            </a:xfrm>
            <a:prstGeom prst="rect">
              <a:avLst/>
            </a:prstGeom>
          </p:spPr>
        </p:pic>
        <p:sp>
          <p:nvSpPr>
            <p:cNvPr id="74" name="右矢印 73"/>
            <p:cNvSpPr/>
            <p:nvPr/>
          </p:nvSpPr>
          <p:spPr>
            <a:xfrm>
              <a:off x="9017580" y="1078690"/>
              <a:ext cx="775604" cy="221847"/>
            </a:xfrm>
            <a:prstGeom prst="rightArrow">
              <a:avLst/>
            </a:prstGeom>
            <a:solidFill>
              <a:schemeClr val="bg1">
                <a:lumMod val="95000"/>
                <a:alpha val="52000"/>
              </a:schemeClr>
            </a:solidFill>
            <a:ln w="12700">
              <a:solidFill>
                <a:schemeClr val="tx1">
                  <a:alpha val="4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8" name="グループ化 87"/>
          <p:cNvGrpSpPr/>
          <p:nvPr/>
        </p:nvGrpSpPr>
        <p:grpSpPr>
          <a:xfrm>
            <a:off x="8056496" y="3166933"/>
            <a:ext cx="2498939" cy="1126133"/>
            <a:chOff x="8056496" y="3443158"/>
            <a:chExt cx="2498939" cy="1126133"/>
          </a:xfrm>
        </p:grpSpPr>
        <p:pic>
          <p:nvPicPr>
            <p:cNvPr id="85" name="図 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5667" y="4235949"/>
              <a:ext cx="232431" cy="232431"/>
            </a:xfrm>
            <a:prstGeom prst="rect">
              <a:avLst/>
            </a:prstGeom>
          </p:spPr>
        </p:pic>
        <p:pic>
          <p:nvPicPr>
            <p:cNvPr id="76" name="図 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0542" y="3747739"/>
              <a:ext cx="821553" cy="821552"/>
            </a:xfrm>
            <a:prstGeom prst="rect">
              <a:avLst/>
            </a:prstGeom>
          </p:spPr>
        </p:pic>
        <p:sp>
          <p:nvSpPr>
            <p:cNvPr id="78" name="テキスト ボックス 77"/>
            <p:cNvSpPr txBox="1"/>
            <p:nvPr/>
          </p:nvSpPr>
          <p:spPr>
            <a:xfrm>
              <a:off x="9240973" y="3963692"/>
              <a:ext cx="1314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ESXi</a:t>
              </a:r>
              <a:r>
                <a:rPr lang="en-US" altLang="ja-JP" dirty="0" smtClean="0"/>
                <a:t> Update</a:t>
              </a:r>
              <a:endParaRPr kumimoji="1" lang="ja-JP" altLang="en-US" dirty="0"/>
            </a:p>
          </p:txBody>
        </p:sp>
        <p:sp>
          <p:nvSpPr>
            <p:cNvPr id="79" name="テキスト ボックス 78"/>
            <p:cNvSpPr txBox="1"/>
            <p:nvPr/>
          </p:nvSpPr>
          <p:spPr>
            <a:xfrm>
              <a:off x="8056496" y="3443158"/>
              <a:ext cx="6460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 smtClean="0"/>
                <a:t>Step.3</a:t>
              </a:r>
              <a:endParaRPr kumimoji="1" lang="ja-JP" altLang="en-US" sz="1400" dirty="0"/>
            </a:p>
          </p:txBody>
        </p:sp>
        <p:pic>
          <p:nvPicPr>
            <p:cNvPr id="72" name="図 7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84927" y="3510000"/>
              <a:ext cx="485355" cy="485355"/>
            </a:xfrm>
            <a:prstGeom prst="rect">
              <a:avLst/>
            </a:prstGeom>
          </p:spPr>
        </p:pic>
      </p:grpSp>
      <p:grpSp>
        <p:nvGrpSpPr>
          <p:cNvPr id="89" name="グループ化 88"/>
          <p:cNvGrpSpPr/>
          <p:nvPr/>
        </p:nvGrpSpPr>
        <p:grpSpPr>
          <a:xfrm>
            <a:off x="8061469" y="4273470"/>
            <a:ext cx="2606661" cy="1129130"/>
            <a:chOff x="8061469" y="4273470"/>
            <a:chExt cx="2606661" cy="1129130"/>
          </a:xfrm>
        </p:grpSpPr>
        <p:pic>
          <p:nvPicPr>
            <p:cNvPr id="86" name="図 8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8888" y="5064621"/>
              <a:ext cx="232431" cy="232431"/>
            </a:xfrm>
            <a:prstGeom prst="rect">
              <a:avLst/>
            </a:prstGeom>
          </p:spPr>
        </p:pic>
        <p:grpSp>
          <p:nvGrpSpPr>
            <p:cNvPr id="81" name="グループ化 80"/>
            <p:cNvGrpSpPr/>
            <p:nvPr/>
          </p:nvGrpSpPr>
          <p:grpSpPr>
            <a:xfrm>
              <a:off x="8061469" y="4278318"/>
              <a:ext cx="2606661" cy="1124282"/>
              <a:chOff x="8059377" y="1071549"/>
              <a:chExt cx="2606661" cy="1124282"/>
            </a:xfrm>
          </p:grpSpPr>
          <p:pic>
            <p:nvPicPr>
              <p:cNvPr id="82" name="図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4475" y="1374279"/>
                <a:ext cx="821553" cy="821552"/>
              </a:xfrm>
              <a:prstGeom prst="rect">
                <a:avLst/>
              </a:prstGeom>
            </p:spPr>
          </p:pic>
          <p:sp>
            <p:nvSpPr>
              <p:cNvPr id="83" name="テキスト ボックス 82"/>
              <p:cNvSpPr txBox="1"/>
              <p:nvPr/>
            </p:nvSpPr>
            <p:spPr>
              <a:xfrm>
                <a:off x="9243854" y="1582558"/>
                <a:ext cx="1422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/>
                  <a:t>Health Check</a:t>
                </a:r>
                <a:endParaRPr kumimoji="1" lang="ja-JP" altLang="en-US" dirty="0"/>
              </a:p>
            </p:txBody>
          </p:sp>
          <p:sp>
            <p:nvSpPr>
              <p:cNvPr id="84" name="テキスト ボックス 83"/>
              <p:cNvSpPr txBox="1"/>
              <p:nvPr/>
            </p:nvSpPr>
            <p:spPr>
              <a:xfrm>
                <a:off x="8059377" y="1071549"/>
                <a:ext cx="646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 smtClean="0"/>
                  <a:t>Step.4</a:t>
                </a:r>
                <a:endParaRPr kumimoji="1" lang="ja-JP" altLang="en-US" sz="1400" dirty="0"/>
              </a:p>
            </p:txBody>
          </p:sp>
        </p:grpSp>
        <p:pic>
          <p:nvPicPr>
            <p:cNvPr id="90" name="図 8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53863" y="4273470"/>
              <a:ext cx="561361" cy="561361"/>
            </a:xfrm>
            <a:prstGeom prst="rect">
              <a:avLst/>
            </a:prstGeom>
          </p:spPr>
        </p:pic>
      </p:grpSp>
      <p:grpSp>
        <p:nvGrpSpPr>
          <p:cNvPr id="94" name="グループ化 93"/>
          <p:cNvGrpSpPr/>
          <p:nvPr/>
        </p:nvGrpSpPr>
        <p:grpSpPr>
          <a:xfrm>
            <a:off x="8061469" y="5431773"/>
            <a:ext cx="2378522" cy="1124282"/>
            <a:chOff x="8059377" y="1071549"/>
            <a:chExt cx="2378522" cy="1124282"/>
          </a:xfrm>
        </p:grpSpPr>
        <p:pic>
          <p:nvPicPr>
            <p:cNvPr id="96" name="図 9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4475" y="1374279"/>
              <a:ext cx="821553" cy="821552"/>
            </a:xfrm>
            <a:prstGeom prst="rect">
              <a:avLst/>
            </a:prstGeom>
          </p:spPr>
        </p:pic>
        <p:sp>
          <p:nvSpPr>
            <p:cNvPr id="97" name="テキスト ボックス 96"/>
            <p:cNvSpPr txBox="1"/>
            <p:nvPr/>
          </p:nvSpPr>
          <p:spPr>
            <a:xfrm>
              <a:off x="9243854" y="1582558"/>
              <a:ext cx="11940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Maint</a:t>
              </a:r>
              <a:r>
                <a:rPr lang="en-US" altLang="ja-JP" dirty="0" smtClean="0"/>
                <a:t>. Exit</a:t>
              </a:r>
              <a:endParaRPr kumimoji="1" lang="ja-JP" altLang="en-US" dirty="0"/>
            </a:p>
          </p:txBody>
        </p:sp>
        <p:sp>
          <p:nvSpPr>
            <p:cNvPr id="98" name="テキスト ボックス 97"/>
            <p:cNvSpPr txBox="1"/>
            <p:nvPr/>
          </p:nvSpPr>
          <p:spPr>
            <a:xfrm>
              <a:off x="8059377" y="1071549"/>
              <a:ext cx="6460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 smtClean="0"/>
                <a:t>Step.5</a:t>
              </a:r>
              <a:endParaRPr kumimoji="1" lang="ja-JP" altLang="en-US" sz="1400" dirty="0"/>
            </a:p>
          </p:txBody>
        </p:sp>
      </p:grpSp>
      <p:sp>
        <p:nvSpPr>
          <p:cNvPr id="99" name="角丸四角形 98"/>
          <p:cNvSpPr/>
          <p:nvPr/>
        </p:nvSpPr>
        <p:spPr>
          <a:xfrm>
            <a:off x="2294026" y="4080834"/>
            <a:ext cx="5088706" cy="2287298"/>
          </a:xfrm>
          <a:prstGeom prst="roundRect">
            <a:avLst/>
          </a:prstGeom>
          <a:solidFill>
            <a:schemeClr val="bg1">
              <a:lumMod val="95000"/>
              <a:alpha val="37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0" name="図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489" y="5290590"/>
            <a:ext cx="821553" cy="821552"/>
          </a:xfrm>
          <a:prstGeom prst="rect">
            <a:avLst/>
          </a:prstGeom>
        </p:spPr>
      </p:pic>
      <p:sp>
        <p:nvSpPr>
          <p:cNvPr id="101" name="テキスト ボックス 100"/>
          <p:cNvSpPr txBox="1"/>
          <p:nvPr/>
        </p:nvSpPr>
        <p:spPr>
          <a:xfrm>
            <a:off x="4448857" y="5470532"/>
            <a:ext cx="685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・・・</a:t>
            </a:r>
            <a:endParaRPr kumimoji="1" lang="ja-JP" altLang="en-US" sz="2400" dirty="0"/>
          </a:p>
        </p:txBody>
      </p:sp>
      <p:pic>
        <p:nvPicPr>
          <p:cNvPr id="102" name="図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587" y="5290589"/>
            <a:ext cx="821553" cy="821552"/>
          </a:xfrm>
          <a:prstGeom prst="rect">
            <a:avLst/>
          </a:prstGeom>
        </p:spPr>
      </p:pic>
      <p:pic>
        <p:nvPicPr>
          <p:cNvPr id="103" name="図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613" y="5290589"/>
            <a:ext cx="821553" cy="821552"/>
          </a:xfrm>
          <a:prstGeom prst="rect">
            <a:avLst/>
          </a:prstGeom>
        </p:spPr>
      </p:pic>
      <p:pic>
        <p:nvPicPr>
          <p:cNvPr id="104" name="図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737" y="5290589"/>
            <a:ext cx="821553" cy="821552"/>
          </a:xfrm>
          <a:prstGeom prst="rect">
            <a:avLst/>
          </a:prstGeom>
        </p:spPr>
      </p:pic>
      <p:sp>
        <p:nvSpPr>
          <p:cNvPr id="105" name="テキスト ボックス 104"/>
          <p:cNvSpPr txBox="1"/>
          <p:nvPr/>
        </p:nvSpPr>
        <p:spPr>
          <a:xfrm>
            <a:off x="4278792" y="3769802"/>
            <a:ext cx="101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Cluster B</a:t>
            </a:r>
            <a:endParaRPr kumimoji="1" lang="ja-JP" altLang="en-US" dirty="0"/>
          </a:p>
        </p:txBody>
      </p:sp>
      <p:pic>
        <p:nvPicPr>
          <p:cNvPr id="106" name="図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486" y="5289406"/>
            <a:ext cx="821553" cy="821552"/>
          </a:xfrm>
          <a:prstGeom prst="rect">
            <a:avLst/>
          </a:prstGeom>
        </p:spPr>
      </p:pic>
      <p:pic>
        <p:nvPicPr>
          <p:cNvPr id="107" name="図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235" y="5288223"/>
            <a:ext cx="821553" cy="821552"/>
          </a:xfrm>
          <a:prstGeom prst="rect">
            <a:avLst/>
          </a:prstGeom>
        </p:spPr>
      </p:pic>
      <p:sp>
        <p:nvSpPr>
          <p:cNvPr id="108" name="左矢印 107"/>
          <p:cNvSpPr/>
          <p:nvPr/>
        </p:nvSpPr>
        <p:spPr>
          <a:xfrm>
            <a:off x="2637376" y="4776308"/>
            <a:ext cx="4374065" cy="369227"/>
          </a:xfrm>
          <a:prstGeom prst="leftArrow">
            <a:avLst>
              <a:gd name="adj1" fmla="val 50000"/>
              <a:gd name="adj2" fmla="val 79172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/>
          <p:cNvSpPr txBox="1"/>
          <p:nvPr/>
        </p:nvSpPr>
        <p:spPr>
          <a:xfrm>
            <a:off x="3832173" y="4397533"/>
            <a:ext cx="201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 smtClean="0">
                <a:solidFill>
                  <a:srgbClr val="FF0000"/>
                </a:solidFill>
              </a:rPr>
              <a:t>Rolling Update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角丸四角形 49"/>
          <p:cNvSpPr/>
          <p:nvPr/>
        </p:nvSpPr>
        <p:spPr>
          <a:xfrm>
            <a:off x="5200650" y="-419100"/>
            <a:ext cx="7226300" cy="7912100"/>
          </a:xfrm>
          <a:prstGeom prst="roundRect">
            <a:avLst>
              <a:gd name="adj" fmla="val 9765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角丸四角形 48"/>
          <p:cNvSpPr/>
          <p:nvPr/>
        </p:nvSpPr>
        <p:spPr>
          <a:xfrm>
            <a:off x="10056113" y="277220"/>
            <a:ext cx="1856486" cy="6750712"/>
          </a:xfrm>
          <a:prstGeom prst="roundRect">
            <a:avLst>
              <a:gd name="adj" fmla="val 554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角丸四角形 47"/>
          <p:cNvSpPr/>
          <p:nvPr/>
        </p:nvSpPr>
        <p:spPr>
          <a:xfrm>
            <a:off x="9903713" y="124820"/>
            <a:ext cx="1856486" cy="6750712"/>
          </a:xfrm>
          <a:prstGeom prst="roundRect">
            <a:avLst>
              <a:gd name="adj" fmla="val 554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角丸四角形 46"/>
          <p:cNvSpPr/>
          <p:nvPr/>
        </p:nvSpPr>
        <p:spPr>
          <a:xfrm>
            <a:off x="9751313" y="-27580"/>
            <a:ext cx="1856486" cy="6750712"/>
          </a:xfrm>
          <a:prstGeom prst="roundRect">
            <a:avLst>
              <a:gd name="adj" fmla="val 554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70" y="2254432"/>
            <a:ext cx="1154125" cy="1881886"/>
          </a:xfrm>
          <a:prstGeom prst="rect">
            <a:avLst/>
          </a:prstGeom>
        </p:spPr>
      </p:pic>
      <p:sp>
        <p:nvSpPr>
          <p:cNvPr id="9" name="右矢印 8"/>
          <p:cNvSpPr/>
          <p:nvPr/>
        </p:nvSpPr>
        <p:spPr>
          <a:xfrm>
            <a:off x="3458410" y="2732131"/>
            <a:ext cx="1021491" cy="934172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6" name="グループ化 45"/>
          <p:cNvGrpSpPr/>
          <p:nvPr/>
        </p:nvGrpSpPr>
        <p:grpSpPr>
          <a:xfrm>
            <a:off x="5855127" y="2426804"/>
            <a:ext cx="1430713" cy="1321832"/>
            <a:chOff x="4126014" y="2349795"/>
            <a:chExt cx="1430713" cy="1321832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5121" y="2719127"/>
              <a:ext cx="952500" cy="952500"/>
            </a:xfrm>
            <a:prstGeom prst="rect">
              <a:avLst/>
            </a:prstGeom>
          </p:spPr>
        </p:pic>
        <p:sp>
          <p:nvSpPr>
            <p:cNvPr id="3" name="テキスト ボックス 2"/>
            <p:cNvSpPr txBox="1"/>
            <p:nvPr/>
          </p:nvSpPr>
          <p:spPr>
            <a:xfrm>
              <a:off x="4126014" y="2349795"/>
              <a:ext cx="1430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Template VM</a:t>
              </a:r>
              <a:endParaRPr kumimoji="1" lang="ja-JP" altLang="en-US" dirty="0"/>
            </a:p>
          </p:txBody>
        </p:sp>
      </p:grpSp>
      <p:sp>
        <p:nvSpPr>
          <p:cNvPr id="20" name="角丸四角形 19"/>
          <p:cNvSpPr/>
          <p:nvPr/>
        </p:nvSpPr>
        <p:spPr>
          <a:xfrm>
            <a:off x="9598913" y="-179980"/>
            <a:ext cx="1856486" cy="6750712"/>
          </a:xfrm>
          <a:prstGeom prst="roundRect">
            <a:avLst>
              <a:gd name="adj" fmla="val 554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/>
          <p:cNvGrpSpPr/>
          <p:nvPr/>
        </p:nvGrpSpPr>
        <p:grpSpPr>
          <a:xfrm>
            <a:off x="9935712" y="73319"/>
            <a:ext cx="1143518" cy="1321832"/>
            <a:chOff x="6491578" y="549570"/>
            <a:chExt cx="1143518" cy="1321832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7087" y="918902"/>
              <a:ext cx="952500" cy="952500"/>
            </a:xfrm>
            <a:prstGeom prst="rect">
              <a:avLst/>
            </a:prstGeom>
          </p:spPr>
        </p:pic>
        <p:sp>
          <p:nvSpPr>
            <p:cNvPr id="10" name="テキスト ボックス 9"/>
            <p:cNvSpPr txBox="1"/>
            <p:nvPr/>
          </p:nvSpPr>
          <p:spPr>
            <a:xfrm>
              <a:off x="6491578" y="549570"/>
              <a:ext cx="1143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vC</a:t>
              </a:r>
              <a:r>
                <a:rPr lang="en-US" altLang="ja-JP" dirty="0" smtClean="0"/>
                <a:t> Backup</a:t>
              </a:r>
              <a:endParaRPr kumimoji="1" lang="ja-JP" altLang="en-US" dirty="0"/>
            </a:p>
          </p:txBody>
        </p:sp>
      </p:grpSp>
      <p:grpSp>
        <p:nvGrpSpPr>
          <p:cNvPr id="14" name="グループ化 13"/>
          <p:cNvGrpSpPr/>
          <p:nvPr/>
        </p:nvGrpSpPr>
        <p:grpSpPr>
          <a:xfrm>
            <a:off x="9935712" y="1684373"/>
            <a:ext cx="1151277" cy="1321832"/>
            <a:chOff x="6491578" y="549570"/>
            <a:chExt cx="1151277" cy="1321832"/>
          </a:xfrm>
        </p:grpSpPr>
        <p:pic>
          <p:nvPicPr>
            <p:cNvPr id="15" name="図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7087" y="918902"/>
              <a:ext cx="952500" cy="952500"/>
            </a:xfrm>
            <a:prstGeom prst="rect">
              <a:avLst/>
            </a:prstGeom>
          </p:spPr>
        </p:pic>
        <p:sp>
          <p:nvSpPr>
            <p:cNvPr id="16" name="テキスト ボックス 15"/>
            <p:cNvSpPr txBox="1"/>
            <p:nvPr/>
          </p:nvSpPr>
          <p:spPr>
            <a:xfrm>
              <a:off x="6491578" y="549570"/>
              <a:ext cx="1151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Ioping</a:t>
              </a:r>
              <a:r>
                <a:rPr lang="en-US" altLang="ja-JP" dirty="0" smtClean="0"/>
                <a:t> VM</a:t>
              </a:r>
              <a:endParaRPr kumimoji="1" lang="ja-JP" altLang="en-US" dirty="0"/>
            </a:p>
          </p:txBody>
        </p:sp>
      </p:grpSp>
      <p:grpSp>
        <p:nvGrpSpPr>
          <p:cNvPr id="17" name="グループ化 16"/>
          <p:cNvGrpSpPr/>
          <p:nvPr/>
        </p:nvGrpSpPr>
        <p:grpSpPr>
          <a:xfrm>
            <a:off x="9935712" y="3295427"/>
            <a:ext cx="1104148" cy="1321832"/>
            <a:chOff x="6491578" y="549570"/>
            <a:chExt cx="1104148" cy="132183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7087" y="918902"/>
              <a:ext cx="952500" cy="952500"/>
            </a:xfrm>
            <a:prstGeom prst="rect">
              <a:avLst/>
            </a:prstGeom>
          </p:spPr>
        </p:pic>
        <p:sp>
          <p:nvSpPr>
            <p:cNvPr id="19" name="テキスト ボックス 18"/>
            <p:cNvSpPr txBox="1"/>
            <p:nvPr/>
          </p:nvSpPr>
          <p:spPr>
            <a:xfrm>
              <a:off x="6491578" y="549570"/>
              <a:ext cx="11041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/>
                <a:t>webproxy</a:t>
              </a:r>
              <a:endParaRPr kumimoji="1" lang="ja-JP" altLang="en-US" dirty="0"/>
            </a:p>
          </p:txBody>
        </p:sp>
      </p:grpSp>
      <p:grpSp>
        <p:nvGrpSpPr>
          <p:cNvPr id="21" name="グループ化 20"/>
          <p:cNvGrpSpPr/>
          <p:nvPr/>
        </p:nvGrpSpPr>
        <p:grpSpPr>
          <a:xfrm>
            <a:off x="9955397" y="4906481"/>
            <a:ext cx="1128835" cy="1321832"/>
            <a:chOff x="6491578" y="549570"/>
            <a:chExt cx="1128835" cy="1321832"/>
          </a:xfrm>
        </p:grpSpPr>
        <p:pic>
          <p:nvPicPr>
            <p:cNvPr id="22" name="図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7087" y="918902"/>
              <a:ext cx="952500" cy="952500"/>
            </a:xfrm>
            <a:prstGeom prst="rect">
              <a:avLst/>
            </a:prstGeom>
          </p:spPr>
        </p:pic>
        <p:sp>
          <p:nvSpPr>
            <p:cNvPr id="23" name="テキスト ボックス 22"/>
            <p:cNvSpPr txBox="1"/>
            <p:nvPr/>
          </p:nvSpPr>
          <p:spPr>
            <a:xfrm>
              <a:off x="6491578" y="549570"/>
              <a:ext cx="11288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/>
                <a:t>Check VM</a:t>
              </a:r>
              <a:endParaRPr kumimoji="1" lang="ja-JP" altLang="en-US" dirty="0"/>
            </a:p>
          </p:txBody>
        </p:sp>
      </p:grpSp>
      <p:cxnSp>
        <p:nvCxnSpPr>
          <p:cNvPr id="25" name="直線矢印コネクタ 24"/>
          <p:cNvCxnSpPr>
            <a:endCxn id="7" idx="1"/>
          </p:cNvCxnSpPr>
          <p:nvPr/>
        </p:nvCxnSpPr>
        <p:spPr>
          <a:xfrm flipV="1">
            <a:off x="7341979" y="918901"/>
            <a:ext cx="2689242" cy="22764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>
            <a:endCxn id="15" idx="1"/>
          </p:cNvCxnSpPr>
          <p:nvPr/>
        </p:nvCxnSpPr>
        <p:spPr>
          <a:xfrm flipV="1">
            <a:off x="7341979" y="2529955"/>
            <a:ext cx="2689242" cy="6654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>
            <a:endCxn id="18" idx="1"/>
          </p:cNvCxnSpPr>
          <p:nvPr/>
        </p:nvCxnSpPr>
        <p:spPr>
          <a:xfrm>
            <a:off x="7341979" y="3195377"/>
            <a:ext cx="2689242" cy="9456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>
            <a:endCxn id="22" idx="1"/>
          </p:cNvCxnSpPr>
          <p:nvPr/>
        </p:nvCxnSpPr>
        <p:spPr>
          <a:xfrm>
            <a:off x="7341979" y="3195377"/>
            <a:ext cx="2708927" cy="255668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524" y="2613451"/>
            <a:ext cx="1163849" cy="1163849"/>
          </a:xfrm>
          <a:prstGeom prst="rect">
            <a:avLst/>
          </a:prstGeom>
        </p:spPr>
      </p:pic>
      <p:grpSp>
        <p:nvGrpSpPr>
          <p:cNvPr id="57" name="グループ化 56"/>
          <p:cNvGrpSpPr/>
          <p:nvPr/>
        </p:nvGrpSpPr>
        <p:grpSpPr>
          <a:xfrm>
            <a:off x="-1726320" y="1789046"/>
            <a:ext cx="2377574" cy="2032131"/>
            <a:chOff x="-3112200" y="1745169"/>
            <a:chExt cx="2377574" cy="2032131"/>
          </a:xfrm>
        </p:grpSpPr>
        <p:pic>
          <p:nvPicPr>
            <p:cNvPr id="52" name="図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923413" y="2824800"/>
              <a:ext cx="952500" cy="952500"/>
            </a:xfrm>
            <a:prstGeom prst="rect">
              <a:avLst/>
            </a:prstGeom>
          </p:spPr>
        </p:pic>
        <p:sp>
          <p:nvSpPr>
            <p:cNvPr id="56" name="テキスト ボックス 55"/>
            <p:cNvSpPr txBox="1"/>
            <p:nvPr/>
          </p:nvSpPr>
          <p:spPr>
            <a:xfrm>
              <a:off x="-3112200" y="1745169"/>
              <a:ext cx="23775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b="1" dirty="0" smtClean="0"/>
                <a:t>UI Operation</a:t>
              </a:r>
              <a:endParaRPr kumimoji="1" lang="ja-JP" altLang="en-US" sz="3200" b="1" dirty="0"/>
            </a:p>
          </p:txBody>
        </p:sp>
      </p:grpSp>
      <p:sp>
        <p:nvSpPr>
          <p:cNvPr id="58" name="右矢印 57"/>
          <p:cNvSpPr/>
          <p:nvPr/>
        </p:nvSpPr>
        <p:spPr>
          <a:xfrm>
            <a:off x="699224" y="2710014"/>
            <a:ext cx="1021491" cy="934172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9" name="図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40513" y="2373821"/>
            <a:ext cx="1655226" cy="165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5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角丸四角形 146"/>
          <p:cNvSpPr/>
          <p:nvPr/>
        </p:nvSpPr>
        <p:spPr>
          <a:xfrm>
            <a:off x="500123" y="-230000"/>
            <a:ext cx="11198392" cy="6819485"/>
          </a:xfrm>
          <a:prstGeom prst="roundRect">
            <a:avLst>
              <a:gd name="adj" fmla="val 838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0943"/>
            <a:ext cx="1154125" cy="188188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724" y="347224"/>
            <a:ext cx="1047750" cy="104775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845750" y="-22108"/>
            <a:ext cx="199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Delete </a:t>
            </a:r>
            <a:r>
              <a:rPr lang="en-US" altLang="ja-JP" dirty="0"/>
              <a:t>VM </a:t>
            </a:r>
            <a:r>
              <a:rPr lang="en-US" altLang="ja-JP" dirty="0" smtClean="0"/>
              <a:t>Monitor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00" y="2065919"/>
            <a:ext cx="952500" cy="952500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850" y="2065919"/>
            <a:ext cx="952500" cy="952500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100" y="2065919"/>
            <a:ext cx="952500" cy="952500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350" y="2065919"/>
            <a:ext cx="952500" cy="952500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600" y="2065919"/>
            <a:ext cx="952500" cy="95250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50" y="2065919"/>
            <a:ext cx="952500" cy="952500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100" y="2065919"/>
            <a:ext cx="952500" cy="952500"/>
          </a:xfrm>
          <a:prstGeom prst="rect">
            <a:avLst/>
          </a:prstGeom>
        </p:spPr>
      </p:pic>
      <p:sp>
        <p:nvSpPr>
          <p:cNvPr id="16" name="テキスト ボックス 15"/>
          <p:cNvSpPr txBox="1"/>
          <p:nvPr/>
        </p:nvSpPr>
        <p:spPr>
          <a:xfrm>
            <a:off x="4085261" y="-22108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Step.1</a:t>
            </a:r>
            <a:endParaRPr kumimoji="1" lang="ja-JP" altLang="en-US" dirty="0"/>
          </a:p>
        </p:txBody>
      </p:sp>
      <p:cxnSp>
        <p:nvCxnSpPr>
          <p:cNvPr id="17" name="直線矢印コネクタ 16"/>
          <p:cNvCxnSpPr>
            <a:stCxn id="5" idx="2"/>
          </p:cNvCxnSpPr>
          <p:nvPr/>
        </p:nvCxnSpPr>
        <p:spPr>
          <a:xfrm flipH="1">
            <a:off x="2257425" y="1394974"/>
            <a:ext cx="3584174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 flipH="1">
            <a:off x="2257425" y="1382456"/>
            <a:ext cx="3584174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stCxn id="5" idx="2"/>
            <a:endCxn id="8" idx="0"/>
          </p:cNvCxnSpPr>
          <p:nvPr/>
        </p:nvCxnSpPr>
        <p:spPr>
          <a:xfrm flipH="1">
            <a:off x="3493100" y="1394974"/>
            <a:ext cx="2348499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stCxn id="5" idx="2"/>
            <a:endCxn id="11" idx="0"/>
          </p:cNvCxnSpPr>
          <p:nvPr/>
        </p:nvCxnSpPr>
        <p:spPr>
          <a:xfrm flipH="1">
            <a:off x="4667350" y="1394974"/>
            <a:ext cx="1174249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stCxn id="5" idx="2"/>
            <a:endCxn id="12" idx="0"/>
          </p:cNvCxnSpPr>
          <p:nvPr/>
        </p:nvCxnSpPr>
        <p:spPr>
          <a:xfrm>
            <a:off x="5841599" y="1394974"/>
            <a:ext cx="1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>
            <a:stCxn id="5" idx="2"/>
            <a:endCxn id="13" idx="0"/>
          </p:cNvCxnSpPr>
          <p:nvPr/>
        </p:nvCxnSpPr>
        <p:spPr>
          <a:xfrm>
            <a:off x="5841599" y="1394974"/>
            <a:ext cx="1174251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5" idx="2"/>
            <a:endCxn id="14" idx="0"/>
          </p:cNvCxnSpPr>
          <p:nvPr/>
        </p:nvCxnSpPr>
        <p:spPr>
          <a:xfrm>
            <a:off x="5841599" y="1394974"/>
            <a:ext cx="2348501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>
            <a:stCxn id="5" idx="2"/>
            <a:endCxn id="15" idx="0"/>
          </p:cNvCxnSpPr>
          <p:nvPr/>
        </p:nvCxnSpPr>
        <p:spPr>
          <a:xfrm>
            <a:off x="5841599" y="1394974"/>
            <a:ext cx="3522751" cy="670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図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690" y="1598804"/>
            <a:ext cx="544411" cy="544411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56" y="1598804"/>
            <a:ext cx="544411" cy="544411"/>
          </a:xfrm>
          <a:prstGeom prst="rect">
            <a:avLst/>
          </a:prstGeom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144" y="1598804"/>
            <a:ext cx="544411" cy="544411"/>
          </a:xfrm>
          <a:prstGeom prst="rect">
            <a:avLst/>
          </a:prstGeom>
        </p:spPr>
      </p:pic>
      <p:pic>
        <p:nvPicPr>
          <p:cNvPr id="42" name="図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9392" y="1580599"/>
            <a:ext cx="544411" cy="544411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010" y="1593961"/>
            <a:ext cx="544411" cy="544411"/>
          </a:xfrm>
          <a:prstGeom prst="rect">
            <a:avLst/>
          </a:prstGeom>
        </p:spPr>
      </p:pic>
      <p:pic>
        <p:nvPicPr>
          <p:cNvPr id="44" name="図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285" y="1601226"/>
            <a:ext cx="544411" cy="544411"/>
          </a:xfrm>
          <a:prstGeom prst="rect">
            <a:avLst/>
          </a:prstGeom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195" y="1601226"/>
            <a:ext cx="544411" cy="544411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295" y="292698"/>
            <a:ext cx="1156802" cy="1156802"/>
          </a:xfrm>
          <a:prstGeom prst="rect">
            <a:avLst/>
          </a:prstGeom>
        </p:spPr>
      </p:pic>
      <p:sp>
        <p:nvSpPr>
          <p:cNvPr id="50" name="テキスト ボックス 49"/>
          <p:cNvSpPr txBox="1"/>
          <p:nvPr/>
        </p:nvSpPr>
        <p:spPr>
          <a:xfrm>
            <a:off x="9111560" y="678317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Delete DNS Record</a:t>
            </a:r>
            <a:endParaRPr kumimoji="1" lang="ja-JP" altLang="en-US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8351071" y="678317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Step.2</a:t>
            </a:r>
            <a:endParaRPr kumimoji="1" lang="ja-JP" altLang="en-US" dirty="0"/>
          </a:p>
        </p:txBody>
      </p:sp>
      <p:cxnSp>
        <p:nvCxnSpPr>
          <p:cNvPr id="54" name="直線矢印コネクタ 53"/>
          <p:cNvCxnSpPr>
            <a:stCxn id="7" idx="2"/>
            <a:endCxn id="62" idx="0"/>
          </p:cNvCxnSpPr>
          <p:nvPr/>
        </p:nvCxnSpPr>
        <p:spPr>
          <a:xfrm>
            <a:off x="2318850" y="3018419"/>
            <a:ext cx="3522749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/>
          <p:cNvCxnSpPr>
            <a:stCxn id="8" idx="2"/>
            <a:endCxn id="62" idx="0"/>
          </p:cNvCxnSpPr>
          <p:nvPr/>
        </p:nvCxnSpPr>
        <p:spPr>
          <a:xfrm>
            <a:off x="3493100" y="3018419"/>
            <a:ext cx="2348499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図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1103" y="3474619"/>
            <a:ext cx="940992" cy="940992"/>
          </a:xfrm>
          <a:prstGeom prst="rect">
            <a:avLst/>
          </a:prstGeom>
        </p:spPr>
      </p:pic>
      <p:cxnSp>
        <p:nvCxnSpPr>
          <p:cNvPr id="65" name="直線矢印コネクタ 64"/>
          <p:cNvCxnSpPr>
            <a:endCxn id="62" idx="0"/>
          </p:cNvCxnSpPr>
          <p:nvPr/>
        </p:nvCxnSpPr>
        <p:spPr>
          <a:xfrm>
            <a:off x="4597328" y="2989299"/>
            <a:ext cx="1244271" cy="485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>
            <a:stCxn id="12" idx="2"/>
            <a:endCxn id="62" idx="0"/>
          </p:cNvCxnSpPr>
          <p:nvPr/>
        </p:nvCxnSpPr>
        <p:spPr>
          <a:xfrm flipH="1">
            <a:off x="5841599" y="3018419"/>
            <a:ext cx="1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/>
          <p:cNvCxnSpPr>
            <a:stCxn id="13" idx="2"/>
            <a:endCxn id="62" idx="0"/>
          </p:cNvCxnSpPr>
          <p:nvPr/>
        </p:nvCxnSpPr>
        <p:spPr>
          <a:xfrm flipH="1">
            <a:off x="5841599" y="3018419"/>
            <a:ext cx="1174251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>
            <a:stCxn id="14" idx="2"/>
            <a:endCxn id="62" idx="0"/>
          </p:cNvCxnSpPr>
          <p:nvPr/>
        </p:nvCxnSpPr>
        <p:spPr>
          <a:xfrm flipH="1">
            <a:off x="5841599" y="3018419"/>
            <a:ext cx="2348501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/>
          <p:cNvCxnSpPr>
            <a:stCxn id="15" idx="2"/>
            <a:endCxn id="62" idx="0"/>
          </p:cNvCxnSpPr>
          <p:nvPr/>
        </p:nvCxnSpPr>
        <p:spPr>
          <a:xfrm flipH="1">
            <a:off x="5841599" y="3018419"/>
            <a:ext cx="3522751" cy="456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/>
          <p:cNvSpPr txBox="1"/>
          <p:nvPr/>
        </p:nvSpPr>
        <p:spPr>
          <a:xfrm>
            <a:off x="7144202" y="3964508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Delete VM</a:t>
            </a:r>
            <a:endParaRPr kumimoji="1" lang="ja-JP" altLang="en-US" dirty="0"/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6383713" y="3964508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Step.3</a:t>
            </a:r>
            <a:endParaRPr kumimoji="1" lang="ja-JP" altLang="en-US" dirty="0"/>
          </a:p>
        </p:txBody>
      </p:sp>
      <p:grpSp>
        <p:nvGrpSpPr>
          <p:cNvPr id="96" name="グループ化 95"/>
          <p:cNvGrpSpPr/>
          <p:nvPr/>
        </p:nvGrpSpPr>
        <p:grpSpPr>
          <a:xfrm>
            <a:off x="1518292" y="5049663"/>
            <a:ext cx="8646610" cy="1174249"/>
            <a:chOff x="1552375" y="5097288"/>
            <a:chExt cx="8646610" cy="1174249"/>
          </a:xfrm>
        </p:grpSpPr>
        <p:pic>
          <p:nvPicPr>
            <p:cNvPr id="85" name="図 8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52375" y="5097288"/>
              <a:ext cx="1174250" cy="1174249"/>
            </a:xfrm>
            <a:prstGeom prst="rect">
              <a:avLst/>
            </a:prstGeom>
          </p:spPr>
        </p:pic>
        <p:pic>
          <p:nvPicPr>
            <p:cNvPr id="86" name="図 8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86420" y="5097288"/>
              <a:ext cx="1174250" cy="1174249"/>
            </a:xfrm>
            <a:prstGeom prst="rect">
              <a:avLst/>
            </a:prstGeom>
          </p:spPr>
        </p:pic>
        <p:pic>
          <p:nvPicPr>
            <p:cNvPr id="87" name="図 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20465" y="5097288"/>
              <a:ext cx="1174250" cy="1174249"/>
            </a:xfrm>
            <a:prstGeom prst="rect">
              <a:avLst/>
            </a:prstGeom>
          </p:spPr>
        </p:pic>
        <p:pic>
          <p:nvPicPr>
            <p:cNvPr id="88" name="図 8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54510" y="5097288"/>
              <a:ext cx="1174250" cy="1174249"/>
            </a:xfrm>
            <a:prstGeom prst="rect">
              <a:avLst/>
            </a:prstGeom>
          </p:spPr>
        </p:pic>
        <p:pic>
          <p:nvPicPr>
            <p:cNvPr id="89" name="図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88555" y="5097288"/>
              <a:ext cx="1174250" cy="1174249"/>
            </a:xfrm>
            <a:prstGeom prst="rect">
              <a:avLst/>
            </a:prstGeom>
          </p:spPr>
        </p:pic>
        <p:pic>
          <p:nvPicPr>
            <p:cNvPr id="90" name="図 8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22600" y="5097288"/>
              <a:ext cx="1174250" cy="1174249"/>
            </a:xfrm>
            <a:prstGeom prst="rect">
              <a:avLst/>
            </a:prstGeom>
          </p:spPr>
        </p:pic>
        <p:pic>
          <p:nvPicPr>
            <p:cNvPr id="91" name="図 9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56645" y="5097288"/>
              <a:ext cx="1174250" cy="1174249"/>
            </a:xfrm>
            <a:prstGeom prst="rect">
              <a:avLst/>
            </a:prstGeom>
          </p:spPr>
        </p:pic>
        <p:pic>
          <p:nvPicPr>
            <p:cNvPr id="92" name="図 9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90690" y="5097288"/>
              <a:ext cx="1174250" cy="1174249"/>
            </a:xfrm>
            <a:prstGeom prst="rect">
              <a:avLst/>
            </a:prstGeom>
          </p:spPr>
        </p:pic>
        <p:pic>
          <p:nvPicPr>
            <p:cNvPr id="93" name="図 9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24735" y="5097288"/>
              <a:ext cx="1174250" cy="1174249"/>
            </a:xfrm>
            <a:prstGeom prst="rect">
              <a:avLst/>
            </a:prstGeom>
          </p:spPr>
        </p:pic>
      </p:grpSp>
      <p:pic>
        <p:nvPicPr>
          <p:cNvPr id="97" name="図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855" y="4838181"/>
            <a:ext cx="422964" cy="422964"/>
          </a:xfrm>
          <a:prstGeom prst="rect">
            <a:avLst/>
          </a:prstGeom>
        </p:spPr>
      </p:pic>
      <p:sp>
        <p:nvSpPr>
          <p:cNvPr id="106" name="テキスト ボックス 105"/>
          <p:cNvSpPr txBox="1"/>
          <p:nvPr/>
        </p:nvSpPr>
        <p:spPr>
          <a:xfrm>
            <a:off x="9260149" y="4427119"/>
            <a:ext cx="112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Power Off</a:t>
            </a:r>
            <a:endParaRPr kumimoji="1" lang="ja-JP" altLang="en-US" dirty="0"/>
          </a:p>
        </p:txBody>
      </p:sp>
      <p:sp>
        <p:nvSpPr>
          <p:cNvPr id="107" name="テキスト ボックス 106"/>
          <p:cNvSpPr txBox="1"/>
          <p:nvPr/>
        </p:nvSpPr>
        <p:spPr>
          <a:xfrm>
            <a:off x="8499660" y="4427119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Step.5</a:t>
            </a:r>
            <a:endParaRPr kumimoji="1" lang="ja-JP" altLang="en-US" dirty="0"/>
          </a:p>
        </p:txBody>
      </p:sp>
      <p:pic>
        <p:nvPicPr>
          <p:cNvPr id="134" name="図 1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4900" y="4838181"/>
            <a:ext cx="422964" cy="422964"/>
          </a:xfrm>
          <a:prstGeom prst="rect">
            <a:avLst/>
          </a:prstGeom>
        </p:spPr>
      </p:pic>
      <p:pic>
        <p:nvPicPr>
          <p:cNvPr id="135" name="図 1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8945" y="4838181"/>
            <a:ext cx="422964" cy="422964"/>
          </a:xfrm>
          <a:prstGeom prst="rect">
            <a:avLst/>
          </a:prstGeom>
        </p:spPr>
      </p:pic>
      <p:pic>
        <p:nvPicPr>
          <p:cNvPr id="136" name="図 1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2990" y="4838181"/>
            <a:ext cx="422964" cy="422964"/>
          </a:xfrm>
          <a:prstGeom prst="rect">
            <a:avLst/>
          </a:prstGeom>
        </p:spPr>
      </p:pic>
      <p:pic>
        <p:nvPicPr>
          <p:cNvPr id="137" name="図 1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7035" y="4838181"/>
            <a:ext cx="422964" cy="422964"/>
          </a:xfrm>
          <a:prstGeom prst="rect">
            <a:avLst/>
          </a:prstGeom>
        </p:spPr>
      </p:pic>
      <p:pic>
        <p:nvPicPr>
          <p:cNvPr id="138" name="図 1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1080" y="4838181"/>
            <a:ext cx="422964" cy="422964"/>
          </a:xfrm>
          <a:prstGeom prst="rect">
            <a:avLst/>
          </a:prstGeom>
        </p:spPr>
      </p:pic>
      <p:pic>
        <p:nvPicPr>
          <p:cNvPr id="139" name="図 1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125" y="4838181"/>
            <a:ext cx="422964" cy="422964"/>
          </a:xfrm>
          <a:prstGeom prst="rect">
            <a:avLst/>
          </a:prstGeom>
        </p:spPr>
      </p:pic>
      <p:pic>
        <p:nvPicPr>
          <p:cNvPr id="140" name="図 1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9170" y="4838181"/>
            <a:ext cx="422964" cy="422964"/>
          </a:xfrm>
          <a:prstGeom prst="rect">
            <a:avLst/>
          </a:prstGeom>
        </p:spPr>
      </p:pic>
      <p:pic>
        <p:nvPicPr>
          <p:cNvPr id="141" name="図 1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215" y="4838181"/>
            <a:ext cx="422964" cy="422964"/>
          </a:xfrm>
          <a:prstGeom prst="rect">
            <a:avLst/>
          </a:prstGeom>
        </p:spPr>
      </p:pic>
      <p:pic>
        <p:nvPicPr>
          <p:cNvPr id="142" name="図 1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3795" y="3640963"/>
            <a:ext cx="952500" cy="952500"/>
          </a:xfrm>
          <a:prstGeom prst="rect">
            <a:avLst/>
          </a:prstGeom>
        </p:spPr>
      </p:pic>
      <p:sp>
        <p:nvSpPr>
          <p:cNvPr id="143" name="テキスト ボックス 142"/>
          <p:cNvSpPr txBox="1"/>
          <p:nvPr/>
        </p:nvSpPr>
        <p:spPr>
          <a:xfrm>
            <a:off x="3301596" y="3912497"/>
            <a:ext cx="159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Delete Settings</a:t>
            </a:r>
            <a:endParaRPr kumimoji="1" lang="ja-JP" altLang="en-US" dirty="0"/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2541107" y="3912497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Step.4</a:t>
            </a:r>
            <a:endParaRPr kumimoji="1" lang="ja-JP" altLang="en-US" dirty="0"/>
          </a:p>
        </p:txBody>
      </p:sp>
      <p:sp>
        <p:nvSpPr>
          <p:cNvPr id="148" name="テキスト ボックス 147"/>
          <p:cNvSpPr txBox="1"/>
          <p:nvPr/>
        </p:nvSpPr>
        <p:spPr>
          <a:xfrm>
            <a:off x="1518292" y="-825673"/>
            <a:ext cx="7044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err="1"/>
              <a:t>vCenter</a:t>
            </a:r>
            <a:r>
              <a:rPr lang="en-US" altLang="ja-JP" sz="2800" dirty="0"/>
              <a:t> Decommissioning Automation Pipeline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49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175</Words>
  <Application>Microsoft Office PowerPoint</Application>
  <PresentationFormat>ワイド画面</PresentationFormat>
  <Paragraphs>84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Microsoft アカウント</cp:lastModifiedBy>
  <cp:revision>28</cp:revision>
  <dcterms:created xsi:type="dcterms:W3CDTF">2026-03-08T03:51:08Z</dcterms:created>
  <dcterms:modified xsi:type="dcterms:W3CDTF">2026-03-11T11:48:04Z</dcterms:modified>
</cp:coreProperties>
</file>