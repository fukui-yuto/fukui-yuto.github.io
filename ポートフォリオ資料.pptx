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2856" y="15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5133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7708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8816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3952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243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5883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973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9254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1692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7145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9185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F2905F-A56B-40B5-936F-879508965375}" type="datetimeFigureOut">
              <a:rPr kumimoji="1" lang="ja-JP" altLang="en-US" smtClean="0"/>
              <a:t>2026/3/8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307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グループ化 55"/>
          <p:cNvGrpSpPr/>
          <p:nvPr/>
        </p:nvGrpSpPr>
        <p:grpSpPr>
          <a:xfrm>
            <a:off x="5290205" y="-433562"/>
            <a:ext cx="7900559" cy="7291562"/>
            <a:chOff x="1879348" y="-206807"/>
            <a:chExt cx="7900559" cy="7291562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16644" y="3161777"/>
              <a:ext cx="952500" cy="952500"/>
            </a:xfrm>
            <a:prstGeom prst="rect">
              <a:avLst/>
            </a:prstGeom>
          </p:spPr>
        </p:pic>
        <p:grpSp>
          <p:nvGrpSpPr>
            <p:cNvPr id="20" name="グループ化 19"/>
            <p:cNvGrpSpPr>
              <a:grpSpLocks noChangeAspect="1"/>
            </p:cNvGrpSpPr>
            <p:nvPr/>
          </p:nvGrpSpPr>
          <p:grpSpPr>
            <a:xfrm>
              <a:off x="5212829" y="-206807"/>
              <a:ext cx="4567078" cy="2371416"/>
              <a:chOff x="4043522" y="-101911"/>
              <a:chExt cx="6286500" cy="3264211"/>
            </a:xfrm>
          </p:grpSpPr>
          <p:sp>
            <p:nvSpPr>
              <p:cNvPr id="19" name="角丸四角形 18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テキスト ボックス 10"/>
              <p:cNvSpPr txBox="1"/>
              <p:nvPr/>
            </p:nvSpPr>
            <p:spPr>
              <a:xfrm>
                <a:off x="6508387" y="-101911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Prod.1</a:t>
                </a:r>
                <a:endParaRPr kumimoji="1" lang="ja-JP" altLang="en-US" dirty="0"/>
              </a:p>
            </p:txBody>
          </p:sp>
          <p:grpSp>
            <p:nvGrpSpPr>
              <p:cNvPr id="18" name="グループ化 17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13" name="図 12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14" name="テキスト ボックス 13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17" name="グループ化 16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6" name="図 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7" name="図 6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8" name="図 7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15" name="テキスト ボックス 14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16" name="図 1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1" name="グループ化 20"/>
            <p:cNvGrpSpPr>
              <a:grpSpLocks noChangeAspect="1"/>
            </p:cNvGrpSpPr>
            <p:nvPr/>
          </p:nvGrpSpPr>
          <p:grpSpPr>
            <a:xfrm>
              <a:off x="5162770" y="2294845"/>
              <a:ext cx="4567078" cy="2329837"/>
              <a:chOff x="4043522" y="-44678"/>
              <a:chExt cx="6286500" cy="3206978"/>
            </a:xfrm>
          </p:grpSpPr>
          <p:sp>
            <p:nvSpPr>
              <p:cNvPr id="22" name="角丸四角形 21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テキスト ボックス 22"/>
              <p:cNvSpPr txBox="1"/>
              <p:nvPr/>
            </p:nvSpPr>
            <p:spPr>
              <a:xfrm>
                <a:off x="6540046" y="-44678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Prod.2</a:t>
                </a:r>
                <a:endParaRPr kumimoji="1" lang="ja-JP" altLang="en-US" dirty="0"/>
              </a:p>
            </p:txBody>
          </p:sp>
          <p:grpSp>
            <p:nvGrpSpPr>
              <p:cNvPr id="24" name="グループ化 23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31" name="図 30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32" name="テキスト ボックス 31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25" name="グループ化 24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26" name="図 2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27" name="図 26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28" name="図 27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30" name="図 29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3" name="グループ化 32"/>
            <p:cNvGrpSpPr>
              <a:grpSpLocks noChangeAspect="1"/>
            </p:cNvGrpSpPr>
            <p:nvPr/>
          </p:nvGrpSpPr>
          <p:grpSpPr>
            <a:xfrm>
              <a:off x="5112711" y="4742113"/>
              <a:ext cx="4567078" cy="2342642"/>
              <a:chOff x="4043522" y="-62304"/>
              <a:chExt cx="6286500" cy="3224604"/>
            </a:xfrm>
          </p:grpSpPr>
          <p:sp>
            <p:nvSpPr>
              <p:cNvPr id="34" name="角丸四角形 33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テキスト ボックス 34"/>
              <p:cNvSpPr txBox="1"/>
              <p:nvPr/>
            </p:nvSpPr>
            <p:spPr>
              <a:xfrm>
                <a:off x="6577292" y="-62304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Prod.3</a:t>
                </a:r>
                <a:endParaRPr kumimoji="1" lang="ja-JP" altLang="en-US" dirty="0"/>
              </a:p>
            </p:txBody>
          </p:sp>
          <p:grpSp>
            <p:nvGrpSpPr>
              <p:cNvPr id="36" name="グループ化 35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43" name="図 42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44" name="テキスト ボックス 43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37" name="グループ化 36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38" name="図 37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39" name="図 38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40" name="図 39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41" name="テキスト ボックス 40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42" name="図 41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46" name="直線矢印コネクタ 45"/>
            <p:cNvCxnSpPr>
              <a:stCxn id="4" idx="3"/>
            </p:cNvCxnSpPr>
            <p:nvPr/>
          </p:nvCxnSpPr>
          <p:spPr>
            <a:xfrm flipV="1">
              <a:off x="3369144" y="713556"/>
              <a:ext cx="3625163" cy="292447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/>
            <p:cNvCxnSpPr>
              <a:stCxn id="4" idx="3"/>
            </p:cNvCxnSpPr>
            <p:nvPr/>
          </p:nvCxnSpPr>
          <p:spPr>
            <a:xfrm flipV="1">
              <a:off x="3369144" y="3161777"/>
              <a:ext cx="3607325" cy="4762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矢印コネクタ 51"/>
            <p:cNvCxnSpPr>
              <a:stCxn id="4" idx="3"/>
            </p:cNvCxnSpPr>
            <p:nvPr/>
          </p:nvCxnSpPr>
          <p:spPr>
            <a:xfrm>
              <a:off x="3369144" y="3638027"/>
              <a:ext cx="3557266" cy="199974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テキスト ボックス 54"/>
            <p:cNvSpPr txBox="1"/>
            <p:nvPr/>
          </p:nvSpPr>
          <p:spPr>
            <a:xfrm>
              <a:off x="1879348" y="4296548"/>
              <a:ext cx="2477794" cy="18158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800" dirty="0" smtClean="0"/>
                <a:t>3 Steps finished</a:t>
              </a:r>
            </a:p>
            <a:p>
              <a:pPr marL="342900" indent="-342900">
                <a:buAutoNum type="arabicPeriod"/>
              </a:pPr>
              <a:r>
                <a:rPr kumimoji="1" lang="en-US" altLang="ja-JP" sz="2800" dirty="0" smtClean="0"/>
                <a:t>Deploy</a:t>
              </a:r>
            </a:p>
            <a:p>
              <a:pPr marL="342900" indent="-342900">
                <a:buAutoNum type="arabicPeriod"/>
              </a:pPr>
              <a:r>
                <a:rPr lang="en-US" altLang="ja-JP" sz="2800" dirty="0" smtClean="0"/>
                <a:t>Configure</a:t>
              </a:r>
            </a:p>
            <a:p>
              <a:pPr marL="342900" indent="-342900">
                <a:buAutoNum type="arabicPeriod"/>
              </a:pPr>
              <a:r>
                <a:rPr lang="en-US" altLang="ja-JP" sz="2800" dirty="0" smtClean="0"/>
                <a:t>Check</a:t>
              </a:r>
              <a:endParaRPr kumimoji="1" lang="ja-JP" altLang="en-US" sz="2800" dirty="0"/>
            </a:p>
          </p:txBody>
        </p:sp>
      </p:grpSp>
      <p:sp>
        <p:nvSpPr>
          <p:cNvPr id="101" name="テキスト ボックス 100"/>
          <p:cNvSpPr txBox="1"/>
          <p:nvPr/>
        </p:nvSpPr>
        <p:spPr>
          <a:xfrm>
            <a:off x="-78538" y="-1355746"/>
            <a:ext cx="1420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 dirty="0" smtClean="0"/>
              <a:t>Before</a:t>
            </a:r>
            <a:endParaRPr kumimoji="1" lang="ja-JP" altLang="en-US" sz="3600" dirty="0"/>
          </a:p>
        </p:txBody>
      </p:sp>
      <p:grpSp>
        <p:nvGrpSpPr>
          <p:cNvPr id="112" name="グループ化 111"/>
          <p:cNvGrpSpPr/>
          <p:nvPr/>
        </p:nvGrpSpPr>
        <p:grpSpPr>
          <a:xfrm>
            <a:off x="-3156765" y="-433562"/>
            <a:ext cx="7745423" cy="7291562"/>
            <a:chOff x="-3156765" y="-433562"/>
            <a:chExt cx="7745423" cy="7291562"/>
          </a:xfrm>
        </p:grpSpPr>
        <p:grpSp>
          <p:nvGrpSpPr>
            <p:cNvPr id="59" name="グループ化 58"/>
            <p:cNvGrpSpPr>
              <a:grpSpLocks noChangeAspect="1"/>
            </p:cNvGrpSpPr>
            <p:nvPr/>
          </p:nvGrpSpPr>
          <p:grpSpPr>
            <a:xfrm>
              <a:off x="21580" y="-433562"/>
              <a:ext cx="4567078" cy="2371416"/>
              <a:chOff x="4043522" y="-101911"/>
              <a:chExt cx="6286500" cy="3264211"/>
            </a:xfrm>
          </p:grpSpPr>
          <p:sp>
            <p:nvSpPr>
              <p:cNvPr id="88" name="角丸四角形 87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89" name="テキスト ボックス 88"/>
              <p:cNvSpPr txBox="1"/>
              <p:nvPr/>
            </p:nvSpPr>
            <p:spPr>
              <a:xfrm>
                <a:off x="6508387" y="-101911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Prod.1</a:t>
                </a:r>
                <a:endParaRPr kumimoji="1" lang="ja-JP" altLang="en-US" dirty="0"/>
              </a:p>
            </p:txBody>
          </p:sp>
          <p:grpSp>
            <p:nvGrpSpPr>
              <p:cNvPr id="90" name="グループ化 89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97" name="図 96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98" name="テキスト ボックス 97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91" name="グループ化 90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92" name="図 91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93" name="図 92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94" name="図 93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95" name="テキスト ボックス 94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96" name="図 9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0" name="グループ化 59"/>
            <p:cNvGrpSpPr>
              <a:grpSpLocks noChangeAspect="1"/>
            </p:cNvGrpSpPr>
            <p:nvPr/>
          </p:nvGrpSpPr>
          <p:grpSpPr>
            <a:xfrm>
              <a:off x="-28479" y="2068090"/>
              <a:ext cx="4567078" cy="2329837"/>
              <a:chOff x="4043522" y="-44678"/>
              <a:chExt cx="6286500" cy="3206978"/>
            </a:xfrm>
          </p:grpSpPr>
          <p:sp>
            <p:nvSpPr>
              <p:cNvPr id="77" name="角丸四角形 76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78" name="テキスト ボックス 77"/>
              <p:cNvSpPr txBox="1"/>
              <p:nvPr/>
            </p:nvSpPr>
            <p:spPr>
              <a:xfrm>
                <a:off x="6540046" y="-44678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Prod.2</a:t>
                </a:r>
                <a:endParaRPr kumimoji="1" lang="ja-JP" altLang="en-US" dirty="0"/>
              </a:p>
            </p:txBody>
          </p:sp>
          <p:grpSp>
            <p:nvGrpSpPr>
              <p:cNvPr id="79" name="グループ化 78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86" name="図 85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87" name="テキスト ボックス 86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80" name="グループ化 79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81" name="図 80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82" name="図 81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83" name="図 82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84" name="テキスト ボックス 83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85" name="図 84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61" name="グループ化 60"/>
            <p:cNvGrpSpPr>
              <a:grpSpLocks noChangeAspect="1"/>
            </p:cNvGrpSpPr>
            <p:nvPr/>
          </p:nvGrpSpPr>
          <p:grpSpPr>
            <a:xfrm>
              <a:off x="-78538" y="4515358"/>
              <a:ext cx="4567078" cy="2342642"/>
              <a:chOff x="4043522" y="-62304"/>
              <a:chExt cx="6286500" cy="3224604"/>
            </a:xfrm>
          </p:grpSpPr>
          <p:sp>
            <p:nvSpPr>
              <p:cNvPr id="66" name="角丸四角形 65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7" name="テキスト ボックス 66"/>
              <p:cNvSpPr txBox="1"/>
              <p:nvPr/>
            </p:nvSpPr>
            <p:spPr>
              <a:xfrm>
                <a:off x="6577292" y="-62304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Prod.3</a:t>
                </a:r>
                <a:endParaRPr kumimoji="1" lang="ja-JP" altLang="en-US" dirty="0"/>
              </a:p>
            </p:txBody>
          </p:sp>
          <p:grpSp>
            <p:nvGrpSpPr>
              <p:cNvPr id="68" name="グループ化 67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75" name="図 74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76" name="テキスト ボックス 75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69" name="グループ化 68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70" name="図 69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71" name="図 70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72" name="図 71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73" name="テキスト ボックス 72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74" name="図 73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03" name="グループ化 102"/>
            <p:cNvGrpSpPr/>
            <p:nvPr/>
          </p:nvGrpSpPr>
          <p:grpSpPr>
            <a:xfrm>
              <a:off x="-3156765" y="29147"/>
              <a:ext cx="4768499" cy="952500"/>
              <a:chOff x="-3156765" y="29147"/>
              <a:chExt cx="4768499" cy="952500"/>
            </a:xfrm>
          </p:grpSpPr>
          <p:cxnSp>
            <p:nvCxnSpPr>
              <p:cNvPr id="62" name="直線矢印コネクタ 61"/>
              <p:cNvCxnSpPr>
                <a:stCxn id="99" idx="3"/>
              </p:cNvCxnSpPr>
              <p:nvPr/>
            </p:nvCxnSpPr>
            <p:spPr>
              <a:xfrm>
                <a:off x="-2204266" y="505397"/>
                <a:ext cx="3816000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テキスト ボックス 64"/>
              <p:cNvSpPr txBox="1"/>
              <p:nvPr/>
            </p:nvSpPr>
            <p:spPr>
              <a:xfrm>
                <a:off x="-2247209" y="88135"/>
                <a:ext cx="15547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/>
                  <a:t>Manual </a:t>
                </a:r>
                <a:r>
                  <a:rPr lang="en-US" altLang="ja-JP" dirty="0" err="1" smtClean="0"/>
                  <a:t>Maint</a:t>
                </a:r>
                <a:r>
                  <a:rPr lang="en-US" altLang="ja-JP" dirty="0" smtClean="0"/>
                  <a:t>.</a:t>
                </a:r>
                <a:endParaRPr kumimoji="1" lang="ja-JP" altLang="en-US" dirty="0"/>
              </a:p>
            </p:txBody>
          </p:sp>
          <p:pic>
            <p:nvPicPr>
              <p:cNvPr id="99" name="図 9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3156765" y="29147"/>
                <a:ext cx="952500" cy="952500"/>
              </a:xfrm>
              <a:prstGeom prst="rect">
                <a:avLst/>
              </a:prstGeom>
            </p:spPr>
          </p:pic>
        </p:grpSp>
        <p:grpSp>
          <p:nvGrpSpPr>
            <p:cNvPr id="104" name="グループ化 103"/>
            <p:cNvGrpSpPr/>
            <p:nvPr/>
          </p:nvGrpSpPr>
          <p:grpSpPr>
            <a:xfrm>
              <a:off x="-3156765" y="2458772"/>
              <a:ext cx="4768499" cy="952500"/>
              <a:chOff x="-3156765" y="29147"/>
              <a:chExt cx="4768499" cy="952500"/>
            </a:xfrm>
          </p:grpSpPr>
          <p:cxnSp>
            <p:nvCxnSpPr>
              <p:cNvPr id="105" name="直線矢印コネクタ 104"/>
              <p:cNvCxnSpPr>
                <a:stCxn id="107" idx="3"/>
              </p:cNvCxnSpPr>
              <p:nvPr/>
            </p:nvCxnSpPr>
            <p:spPr>
              <a:xfrm>
                <a:off x="-2204266" y="505397"/>
                <a:ext cx="3816000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" name="テキスト ボックス 105"/>
              <p:cNvSpPr txBox="1"/>
              <p:nvPr/>
            </p:nvSpPr>
            <p:spPr>
              <a:xfrm>
                <a:off x="-2247209" y="88135"/>
                <a:ext cx="15547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/>
                  <a:t>Manual </a:t>
                </a:r>
                <a:r>
                  <a:rPr lang="en-US" altLang="ja-JP" dirty="0" err="1" smtClean="0"/>
                  <a:t>Maint</a:t>
                </a:r>
                <a:r>
                  <a:rPr lang="en-US" altLang="ja-JP" dirty="0" smtClean="0"/>
                  <a:t>.</a:t>
                </a:r>
                <a:endParaRPr kumimoji="1" lang="ja-JP" altLang="en-US" dirty="0"/>
              </a:p>
            </p:txBody>
          </p:sp>
          <p:pic>
            <p:nvPicPr>
              <p:cNvPr id="107" name="図 106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3156765" y="29147"/>
                <a:ext cx="952500" cy="952500"/>
              </a:xfrm>
              <a:prstGeom prst="rect">
                <a:avLst/>
              </a:prstGeom>
            </p:spPr>
          </p:pic>
        </p:grpSp>
        <p:grpSp>
          <p:nvGrpSpPr>
            <p:cNvPr id="108" name="グループ化 107"/>
            <p:cNvGrpSpPr/>
            <p:nvPr/>
          </p:nvGrpSpPr>
          <p:grpSpPr>
            <a:xfrm>
              <a:off x="-3156765" y="4888397"/>
              <a:ext cx="4768499" cy="952500"/>
              <a:chOff x="-3156765" y="29147"/>
              <a:chExt cx="4768499" cy="952500"/>
            </a:xfrm>
          </p:grpSpPr>
          <p:cxnSp>
            <p:nvCxnSpPr>
              <p:cNvPr id="109" name="直線矢印コネクタ 108"/>
              <p:cNvCxnSpPr>
                <a:stCxn id="111" idx="3"/>
              </p:cNvCxnSpPr>
              <p:nvPr/>
            </p:nvCxnSpPr>
            <p:spPr>
              <a:xfrm>
                <a:off x="-2204266" y="505397"/>
                <a:ext cx="3816000" cy="0"/>
              </a:xfrm>
              <a:prstGeom prst="straightConnector1">
                <a:avLst/>
              </a:prstGeom>
              <a:ln w="762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0" name="テキスト ボックス 109"/>
              <p:cNvSpPr txBox="1"/>
              <p:nvPr/>
            </p:nvSpPr>
            <p:spPr>
              <a:xfrm>
                <a:off x="-2247209" y="88135"/>
                <a:ext cx="15547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/>
                  <a:t>Manual </a:t>
                </a:r>
                <a:r>
                  <a:rPr lang="en-US" altLang="ja-JP" dirty="0" err="1" smtClean="0"/>
                  <a:t>Maint</a:t>
                </a:r>
                <a:r>
                  <a:rPr lang="en-US" altLang="ja-JP" dirty="0" smtClean="0"/>
                  <a:t>.</a:t>
                </a:r>
                <a:endParaRPr kumimoji="1" lang="ja-JP" altLang="en-US" dirty="0"/>
              </a:p>
            </p:txBody>
          </p:sp>
          <p:pic>
            <p:nvPicPr>
              <p:cNvPr id="111" name="図 110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-3156765" y="29147"/>
                <a:ext cx="952500" cy="952500"/>
              </a:xfrm>
              <a:prstGeom prst="rect">
                <a:avLst/>
              </a:prstGeom>
            </p:spPr>
          </p:pic>
        </p:grpSp>
      </p:grpSp>
      <p:sp>
        <p:nvSpPr>
          <p:cNvPr id="113" name="テキスト ボックス 112"/>
          <p:cNvSpPr txBox="1"/>
          <p:nvPr/>
        </p:nvSpPr>
        <p:spPr>
          <a:xfrm>
            <a:off x="8634615" y="-1357380"/>
            <a:ext cx="1131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 dirty="0" smtClean="0"/>
              <a:t>After</a:t>
            </a:r>
            <a:endParaRPr kumimoji="1" lang="ja-JP" altLang="en-US" sz="3600" dirty="0"/>
          </a:p>
        </p:txBody>
      </p:sp>
    </p:spTree>
    <p:extLst>
      <p:ext uri="{BB962C8B-B14F-4D97-AF65-F5344CB8AC3E}">
        <p14:creationId xmlns:p14="http://schemas.microsoft.com/office/powerpoint/2010/main" val="2890338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53</Words>
  <Application>Microsoft Office PowerPoint</Application>
  <PresentationFormat>ワイド画面</PresentationFormat>
  <Paragraphs>27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ＭＳ Ｐゴシック</vt:lpstr>
      <vt:lpstr>Arial</vt:lpstr>
      <vt:lpstr>Calibri</vt:lpstr>
      <vt:lpstr>Calibri Light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アカウント</dc:creator>
  <cp:lastModifiedBy>Microsoft アカウント</cp:lastModifiedBy>
  <cp:revision>6</cp:revision>
  <dcterms:created xsi:type="dcterms:W3CDTF">2026-03-08T03:51:08Z</dcterms:created>
  <dcterms:modified xsi:type="dcterms:W3CDTF">2026-03-08T04:31:00Z</dcterms:modified>
</cp:coreProperties>
</file>